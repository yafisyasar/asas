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3" r:id="rId7"/>
    <p:sldId id="265" r:id="rId8"/>
    <p:sldId id="258" r:id="rId9"/>
    <p:sldId id="266" r:id="rId10"/>
    <p:sldId id="267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inimized">
    <p:restoredLeft sz="0" autoAdjust="0"/>
    <p:restoredTop sz="0" autoAdjust="0"/>
  </p:normalViewPr>
  <p:slideViewPr>
    <p:cSldViewPr>
      <p:cViewPr varScale="1">
        <p:scale>
          <a:sx n="18" d="100"/>
          <a:sy n="18" d="100"/>
        </p:scale>
        <p:origin x="3072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8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5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1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8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8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1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4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2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42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12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42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34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62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9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8425130B-B04D-4905-B848-9318B59D7DEF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2C9E41BB-860F-4079-A454-E93DE5310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1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Booth’s Multiplication Algorithms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3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1" t="29437" r="36602" b="52750"/>
          <a:stretch/>
        </p:blipFill>
        <p:spPr bwMode="auto">
          <a:xfrm>
            <a:off x="2514600" y="2895600"/>
            <a:ext cx="5029200" cy="3513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33600"/>
            <a:ext cx="8763000" cy="3606800"/>
          </a:xfrm>
        </p:spPr>
        <p:txBody>
          <a:bodyPr>
            <a:normAutofit/>
          </a:bodyPr>
          <a:lstStyle/>
          <a:p>
            <a:r>
              <a:rPr lang="en-US" sz="2800" b="1" dirty="0"/>
              <a:t>Multiplication of two binary numbers is done by a process of successive shift and add operations</a:t>
            </a:r>
          </a:p>
        </p:txBody>
      </p:sp>
    </p:spTree>
    <p:extLst>
      <p:ext uri="{BB962C8B-B14F-4D97-AF65-F5344CB8AC3E}">
        <p14:creationId xmlns:p14="http://schemas.microsoft.com/office/powerpoint/2010/main" val="124144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4" t="28688" r="18204" b="16000"/>
          <a:stretch/>
        </p:blipFill>
        <p:spPr bwMode="auto">
          <a:xfrm>
            <a:off x="0" y="0"/>
            <a:ext cx="9041453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060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33600"/>
            <a:ext cx="8991600" cy="38862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 multiplier is stored in the Q register and its sign in Qs. 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The sequence counter SC is initially set to a number equal to the number of bits in the multiplier. </a:t>
            </a:r>
          </a:p>
          <a:p>
            <a:pPr algn="just"/>
            <a:r>
              <a:rPr lang="en-US" sz="2800" dirty="0"/>
              <a:t>The sequence counter is decremented by 1 after forming each partial product. When the content of the counter reaches zero, the product is formed and the process stops. </a:t>
            </a:r>
          </a:p>
        </p:txBody>
      </p:sp>
    </p:spTree>
    <p:extLst>
      <p:ext uri="{BB962C8B-B14F-4D97-AF65-F5344CB8AC3E}">
        <p14:creationId xmlns:p14="http://schemas.microsoft.com/office/powerpoint/2010/main" val="390401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Booth’s Algorithm for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057400"/>
            <a:ext cx="8839200" cy="39624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Initially, the </a:t>
            </a:r>
            <a:r>
              <a:rPr lang="en-US" sz="2800" b="1" dirty="0">
                <a:solidFill>
                  <a:srgbClr val="FF0000"/>
                </a:solidFill>
              </a:rPr>
              <a:t>multiplicand is in B register </a:t>
            </a:r>
            <a:r>
              <a:rPr lang="en-US" sz="2800" dirty="0"/>
              <a:t>and the </a:t>
            </a:r>
            <a:r>
              <a:rPr lang="en-US" sz="2800" b="1" dirty="0">
                <a:solidFill>
                  <a:srgbClr val="FF0000"/>
                </a:solidFill>
              </a:rPr>
              <a:t>multiplier in Q register</a:t>
            </a:r>
            <a:r>
              <a:rPr lang="en-US" sz="2800" dirty="0"/>
              <a:t>. Their corresponding signs are in Bs, and Qs, respectively. </a:t>
            </a:r>
          </a:p>
        </p:txBody>
      </p:sp>
    </p:spTree>
    <p:extLst>
      <p:ext uri="{BB962C8B-B14F-4D97-AF65-F5344CB8AC3E}">
        <p14:creationId xmlns:p14="http://schemas.microsoft.com/office/powerpoint/2010/main" val="388791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D56F-DDB0-453E-9C04-CB08DB5B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2BC580-0634-49C1-9A72-52E5CCCE9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5" t="994" r="11774"/>
          <a:stretch/>
        </p:blipFill>
        <p:spPr>
          <a:xfrm rot="5400000">
            <a:off x="1550585" y="-252815"/>
            <a:ext cx="6172200" cy="7592230"/>
          </a:xfrm>
        </p:spPr>
      </p:pic>
    </p:spTree>
    <p:extLst>
      <p:ext uri="{BB962C8B-B14F-4D97-AF65-F5344CB8AC3E}">
        <p14:creationId xmlns:p14="http://schemas.microsoft.com/office/powerpoint/2010/main" val="358610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86AB-9E73-4BE0-94E4-EFE4AF3B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F666DF-699F-4D53-B426-D155C2336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3896" r="4316"/>
          <a:stretch/>
        </p:blipFill>
        <p:spPr>
          <a:xfrm rot="5400000">
            <a:off x="1107604" y="-1025997"/>
            <a:ext cx="6776390" cy="8991603"/>
          </a:xfrm>
        </p:spPr>
      </p:pic>
    </p:spTree>
    <p:extLst>
      <p:ext uri="{BB962C8B-B14F-4D97-AF65-F5344CB8AC3E}">
        <p14:creationId xmlns:p14="http://schemas.microsoft.com/office/powerpoint/2010/main" val="387218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29881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353129-1653-4C40-926B-7F2F2A379E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B3AD6C-F5AC-44AA-9B94-5EA8360DEF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8b528-bd60-45be-ac2f-1cf3f1815c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9D2A94-5C6A-49D3-B8FB-3F3FE1E1D3B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197</TotalTime>
  <Words>116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 Boardroom</vt:lpstr>
      <vt:lpstr>Booth’s Multiplication Algorithms </vt:lpstr>
      <vt:lpstr>PowerPoint Presentation</vt:lpstr>
      <vt:lpstr>PowerPoint Presentation</vt:lpstr>
      <vt:lpstr>PowerPoint Presentation</vt:lpstr>
      <vt:lpstr>Booth’s Algorithm for Multiplication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Multiplication Algorithms</dc:title>
  <dc:creator>Magrace</dc:creator>
  <cp:lastModifiedBy>honey karthik</cp:lastModifiedBy>
  <cp:revision>13</cp:revision>
  <dcterms:created xsi:type="dcterms:W3CDTF">2017-05-04T17:12:34Z</dcterms:created>
  <dcterms:modified xsi:type="dcterms:W3CDTF">2025-10-31T14:16:30Z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