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432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D0F6-4435-484A-9D7B-5BEC5D46964C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94576-8A04-464E-BEEC-D2940EF92F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48568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8127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561978"/>
            <a:ext cx="9603275" cy="895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5" y="1515989"/>
            <a:ext cx="11382375" cy="4332361"/>
          </a:xfrm>
        </p:spPr>
        <p:txBody>
          <a:bodyPr anchor="t"/>
          <a:lstStyle>
            <a:lvl1pPr marL="228600" indent="-228600" algn="just"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ü"/>
              <a:defRPr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390525" y="1361214"/>
            <a:ext cx="112680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9621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775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63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63846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380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8057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4282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7130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8072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3368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5F07B-11D7-4AFF-8DDF-AA11CAEDF5C2}" type="datetimeFigureOut">
              <a:rPr lang="en-IN" smtClean="0"/>
              <a:pPr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F507FB5-FC2F-477B-81A9-1EDF93AD781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7834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290BF3-1C98-4222-B7D9-5AF5FAC2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REGISTER TRANSFERS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0263F0-0EBA-4725-BB5B-B7354A8F0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 smtClean="0"/>
              <a:t>In computer architecture, register transfer refers to the process of copying data between registers, which are small, fast storage locations within the CPU. </a:t>
            </a:r>
          </a:p>
          <a:p>
            <a:r>
              <a:rPr lang="en-US" b="0" dirty="0" smtClean="0"/>
              <a:t>It involves the use of a register transfer language (RTL), a symbolic notation for describing these data movements and the micro-operations (like addition or shift) performed on the data. </a:t>
            </a:r>
          </a:p>
        </p:txBody>
      </p:sp>
    </p:spTree>
    <p:extLst>
      <p:ext uri="{BB962C8B-B14F-4D97-AF65-F5344CB8AC3E}">
        <p14:creationId xmlns:p14="http://schemas.microsoft.com/office/powerpoint/2010/main" xmlns="" val="362709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10D826-CF1E-4556-A4C9-28AEDEE6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112C6B-21B0-4A2A-B07A-348099481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A register transfer statement, such as R1 -&gt; R2, indicates that the contents of register R1 are copied into R2. This action requires control signals to execute and data lines to facilitate the simultaneous, parallel transfer of bits during a single clock pulse, without altering the source register. 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7079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95CA36-B5D2-4429-A8E8-6504F63B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Key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D16AC5-18ED-49EB-A7C2-EE378EC18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Registers</a:t>
            </a:r>
            <a:r>
              <a:rPr lang="en-US" b="0" dirty="0" smtClean="0"/>
              <a:t>: </a:t>
            </a:r>
          </a:p>
          <a:p>
            <a:pPr fontAlgn="ctr"/>
            <a:r>
              <a:rPr lang="en-US" b="0" dirty="0" smtClean="0"/>
              <a:t>Small, high-speed storage units within a processor used to hold data for immediate processing. </a:t>
            </a:r>
          </a:p>
          <a:p>
            <a:r>
              <a:rPr lang="en-US" dirty="0" smtClean="0"/>
              <a:t>Micro-operations</a:t>
            </a:r>
            <a:r>
              <a:rPr lang="en-US" b="0" dirty="0" smtClean="0"/>
              <a:t>: </a:t>
            </a:r>
          </a:p>
          <a:p>
            <a:pPr fontAlgn="ctr"/>
            <a:r>
              <a:rPr lang="en-US" b="0" dirty="0" smtClean="0"/>
              <a:t>The basic operations performed on the data stored in registers, such as data transfer, addition, subtraction, or shifting. </a:t>
            </a:r>
          </a:p>
          <a:p>
            <a:r>
              <a:rPr lang="en-US" dirty="0" smtClean="0"/>
              <a:t>Register Transfer Language (RTL)</a:t>
            </a:r>
            <a:r>
              <a:rPr lang="en-US" b="0" dirty="0" smtClean="0"/>
              <a:t>: </a:t>
            </a:r>
          </a:p>
          <a:p>
            <a:pPr fontAlgn="ctr"/>
            <a:r>
              <a:rPr lang="en-US" b="0" dirty="0" smtClean="0"/>
              <a:t>A symbolic language used to describe the micro-operations and the flow of data between registers in a digital system. </a:t>
            </a:r>
          </a:p>
          <a:p>
            <a:r>
              <a:rPr lang="en-US" dirty="0" smtClean="0"/>
              <a:t>Control Functions</a:t>
            </a:r>
            <a:r>
              <a:rPr lang="en-US" b="0" dirty="0" smtClean="0"/>
              <a:t>: </a:t>
            </a:r>
          </a:p>
          <a:p>
            <a:r>
              <a:rPr lang="en-US" b="0" dirty="0" smtClean="0"/>
              <a:t>Control signals that initiate or allow a register transfer to occur only when a specific condition is met (e.g., P: R1 -&gt; R2 only happens when control signal P is 1). 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61572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C99B72-ABD9-4A1A-BA4E-5C8B9278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Register Transfer Works?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46FFA5-93B2-48EB-AAD1-31CED57A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Source and Destination</a:t>
            </a:r>
            <a:r>
              <a:rPr lang="en-US" b="0" dirty="0" smtClean="0"/>
              <a:t>: </a:t>
            </a:r>
          </a:p>
          <a:p>
            <a:pPr fontAlgn="ctr">
              <a:buNone/>
            </a:pPr>
            <a:r>
              <a:rPr lang="en-US" b="0" dirty="0" smtClean="0"/>
              <a:t>     A register transfer involves a source register (where data is read from) and a destination register (where data is written to). </a:t>
            </a:r>
          </a:p>
          <a:p>
            <a:r>
              <a:rPr lang="en-US" dirty="0" smtClean="0"/>
              <a:t>Parallel Transfer</a:t>
            </a:r>
            <a:r>
              <a:rPr lang="en-US" b="0" dirty="0" smtClean="0"/>
              <a:t>: </a:t>
            </a:r>
          </a:p>
          <a:p>
            <a:pPr fontAlgn="ctr">
              <a:buNone/>
            </a:pPr>
            <a:r>
              <a:rPr lang="en-US" b="0" dirty="0" smtClean="0"/>
              <a:t>     All bits of data from the source register are copied to the destination register simultaneously during one clock pulse. </a:t>
            </a:r>
          </a:p>
          <a:p>
            <a:r>
              <a:rPr lang="en-US" dirty="0" smtClean="0"/>
              <a:t>Non-Destructive</a:t>
            </a:r>
            <a:r>
              <a:rPr lang="en-US" b="0" dirty="0" smtClean="0"/>
              <a:t>: </a:t>
            </a:r>
          </a:p>
          <a:p>
            <a:pPr fontAlgn="ctr">
              <a:buNone/>
            </a:pPr>
            <a:r>
              <a:rPr lang="en-US" b="0" dirty="0" smtClean="0"/>
              <a:t>     The transfer is non-destructive, meaning the content of the source register remains unchanged after the data is copied. </a:t>
            </a:r>
          </a:p>
          <a:p>
            <a:r>
              <a:rPr lang="en-US" dirty="0" smtClean="0"/>
              <a:t>Hardware Implementation</a:t>
            </a:r>
            <a:r>
              <a:rPr lang="en-US" b="0" dirty="0" smtClean="0"/>
              <a:t>: </a:t>
            </a:r>
          </a:p>
          <a:p>
            <a:pPr fontAlgn="ctr">
              <a:buNone/>
            </a:pPr>
            <a:r>
              <a:rPr lang="en-US" b="0" dirty="0" smtClean="0"/>
              <a:t>     Register transfers require specific hardware logic circuits, including data lines connecting the registers and control lines to manage the transfer process. </a:t>
            </a:r>
          </a:p>
          <a:p>
            <a:r>
              <a:rPr lang="en-US" dirty="0" smtClean="0"/>
              <a:t>Control</a:t>
            </a:r>
            <a:r>
              <a:rPr lang="en-US" b="0" dirty="0" smtClean="0"/>
              <a:t>: </a:t>
            </a:r>
          </a:p>
          <a:p>
            <a:pPr>
              <a:buNone/>
            </a:pPr>
            <a:r>
              <a:rPr lang="en-US" b="0" dirty="0" smtClean="0"/>
              <a:t>      A control function or signal determines when the transfer takes place, allowing for conditional execution of operations. </a:t>
            </a:r>
          </a:p>
          <a:p>
            <a:endParaRPr lang="en-IN" dirty="0"/>
          </a:p>
        </p:txBody>
      </p:sp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0" y="0"/>
            <a:ext cx="52900" cy="70013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\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rgbClr val="001D35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023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AD2FD2-0DDE-4DE3-B563-6902F551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EEAD57-77F5-4C3D-A09F-4305047E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b="0" dirty="0" smtClean="0"/>
              <a:t>R2 ← R1: This RTL statement signifies that the data stored in register R1 is copied into register R2. </a:t>
            </a:r>
          </a:p>
          <a:p>
            <a:r>
              <a:rPr lang="en-US" b="0" dirty="0" smtClean="0"/>
              <a:t>P: R1 → R2: This means that the contents of R1 are transferred to R2 only when the control signal P is active (P = 1).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4989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FB6B8F-48E2-4E5A-885F-940108B1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748F14-AE83-4A27-B12F-1CC9DFB36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40731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1EB998-6DB9-40CD-B08D-CC3F5FC1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0AD373-22A3-4505-BDBC-AFA4B8765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5790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3C5A3A-DD30-4094-A801-30332BB4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BC54A6-4829-4629-957A-215D2B83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9243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3F181-4354-4574-8381-413A3E7C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DAF2DB-126C-48E5-A7D8-E0735BD58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5931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64B600-FC06-4E5F-808B-877FA5FD8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54DCDC-4F5E-4B52-BC19-982F8207B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2516861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E91A2DEE58B4EB51C0D10FFC5F048" ma:contentTypeVersion="3" ma:contentTypeDescription="Create a new document." ma:contentTypeScope="" ma:versionID="c3483bf2d1b4ce78d0f2bebad5297fc0">
  <xsd:schema xmlns:xsd="http://www.w3.org/2001/XMLSchema" xmlns:xs="http://www.w3.org/2001/XMLSchema" xmlns:p="http://schemas.microsoft.com/office/2006/metadata/properties" xmlns:ns2="e528b528-bd60-45be-ac2f-1cf3f1815ca1" targetNamespace="http://schemas.microsoft.com/office/2006/metadata/properties" ma:root="true" ma:fieldsID="54d1f6c13b1d51aec7b8a9c3af92b54a" ns2:_="">
    <xsd:import namespace="e528b528-bd60-45be-ac2f-1cf3f1815c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8b528-bd60-45be-ac2f-1cf3f1815c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A3AF10-73C4-48F9-AC74-78D25FC596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1C43E5-1C1F-435A-B7C4-8C371DD8B2FE}"/>
</file>

<file path=customXml/itemProps3.xml><?xml version="1.0" encoding="utf-8"?>
<ds:datastoreItem xmlns:ds="http://schemas.openxmlformats.org/officeDocument/2006/customXml" ds:itemID="{4ED5479B-25F3-4F96-B4DD-0F3208CFA3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1530</TotalTime>
  <Words>53</Words>
  <Application>Microsoft Office PowerPoint</Application>
  <PresentationFormat>Custom</PresentationFormat>
  <Paragraphs>28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Gallery</vt:lpstr>
      <vt:lpstr>REGISTER TRANSFERS</vt:lpstr>
      <vt:lpstr>Slide 2</vt:lpstr>
      <vt:lpstr>Key Concepts</vt:lpstr>
      <vt:lpstr>How Register Transfer Works? </vt:lpstr>
      <vt:lpstr>Example 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Link Layer</dc:title>
  <dc:creator>NITHA L</dc:creator>
  <cp:lastModifiedBy>rajithamr</cp:lastModifiedBy>
  <cp:revision>37</cp:revision>
  <dcterms:created xsi:type="dcterms:W3CDTF">2022-03-12T06:28:18Z</dcterms:created>
  <dcterms:modified xsi:type="dcterms:W3CDTF">2025-10-23T11:52:40Z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0x0101002B2E91A2DEE58B4EB51C0D10FFC5F048</vt:lpwstr>
  </property>
</Properties>
</file>