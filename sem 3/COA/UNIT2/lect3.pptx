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alpha val="4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ADDRESSING MODES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3112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Addressing Modes in Computer Architecture | Gate Vidyala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5408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6781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2E91A2DEE58B4EB51C0D10FFC5F048" ma:contentTypeVersion="3" ma:contentTypeDescription="Create a new document." ma:contentTypeScope="" ma:versionID="c3483bf2d1b4ce78d0f2bebad5297fc0">
  <xsd:schema xmlns:xsd="http://www.w3.org/2001/XMLSchema" xmlns:xs="http://www.w3.org/2001/XMLSchema" xmlns:p="http://schemas.microsoft.com/office/2006/metadata/properties" xmlns:ns2="e528b528-bd60-45be-ac2f-1cf3f1815ca1" targetNamespace="http://schemas.microsoft.com/office/2006/metadata/properties" ma:root="true" ma:fieldsID="54d1f6c13b1d51aec7b8a9c3af92b54a" ns2:_="">
    <xsd:import namespace="e528b528-bd60-45be-ac2f-1cf3f1815c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8b528-bd60-45be-ac2f-1cf3f1815c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C6ECB8E-0D4D-408A-B8C8-49EA10A44EF3}"/>
</file>

<file path=customXml/itemProps2.xml><?xml version="1.0" encoding="utf-8"?>
<ds:datastoreItem xmlns:ds="http://schemas.openxmlformats.org/officeDocument/2006/customXml" ds:itemID="{D5E9D43D-790C-4D0E-9534-FC6FEFBCCCD3}"/>
</file>

<file path=customXml/itemProps3.xml><?xml version="1.0" encoding="utf-8"?>
<ds:datastoreItem xmlns:ds="http://schemas.openxmlformats.org/officeDocument/2006/customXml" ds:itemID="{2AEDE822-4C1E-4442-ACB3-E773D2E0BF3C}"/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</Words>
  <Application>Microsoft Office PowerPoint</Application>
  <PresentationFormat>On-screen Show (4:3)</PresentationFormat>
  <Paragraphs>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ADDRESSING MODES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RAJITHA MR.</dc:creator>
  <cp:lastModifiedBy>rajithamr</cp:lastModifiedBy>
  <cp:revision>4</cp:revision>
  <dcterms:created xsi:type="dcterms:W3CDTF">2006-08-16T00:00:00Z</dcterms:created>
  <dcterms:modified xsi:type="dcterms:W3CDTF">2025-10-25T05:39:08Z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0x0101002B2E91A2DEE58B4EB51C0D10FFC5F048</vt:lpwstr>
  </property>
</Properties>
</file>