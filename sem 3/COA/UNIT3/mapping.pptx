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23E7F7-7B25-17A8-9753-9BE564BB7CD1}" v="1" dt="2025-11-03T13:55:14.7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JAY MAHADEV 2024" userId="S::kh.en.u4bca24206@kh.students.amrita.edu::9b9a16c9-52bd-4d12-a1b2-aa59de93752c" providerId="AD" clId="Web-{6523E7F7-7B25-17A8-9753-9BE564BB7CD1}"/>
    <pc:docChg chg="modSld">
      <pc:chgData name="AJAY MAHADEV 2024" userId="S::kh.en.u4bca24206@kh.students.amrita.edu::9b9a16c9-52bd-4d12-a1b2-aa59de93752c" providerId="AD" clId="Web-{6523E7F7-7B25-17A8-9753-9BE564BB7CD1}" dt="2025-11-03T13:55:14.753" v="0" actId="1076"/>
      <pc:docMkLst>
        <pc:docMk/>
      </pc:docMkLst>
      <pc:sldChg chg="modSp">
        <pc:chgData name="AJAY MAHADEV 2024" userId="S::kh.en.u4bca24206@kh.students.amrita.edu::9b9a16c9-52bd-4d12-a1b2-aa59de93752c" providerId="AD" clId="Web-{6523E7F7-7B25-17A8-9753-9BE564BB7CD1}" dt="2025-11-03T13:55:14.753" v="0" actId="1076"/>
        <pc:sldMkLst>
          <pc:docMk/>
          <pc:sldMk cId="0" sldId="256"/>
        </pc:sldMkLst>
        <pc:picChg chg="mod">
          <ac:chgData name="AJAY MAHADEV 2024" userId="S::kh.en.u4bca24206@kh.students.amrita.edu::9b9a16c9-52bd-4d12-a1b2-aa59de93752c" providerId="AD" clId="Web-{6523E7F7-7B25-17A8-9753-9BE564BB7CD1}" dt="2025-11-03T13:55:14.753" v="0" actId="1076"/>
          <ac:picMkLst>
            <pc:docMk/>
            <pc:sldMk cId="0" sldId="256"/>
            <ac:picMk id="1026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41513" y="0"/>
            <a:ext cx="7620000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2136" y="609599"/>
            <a:ext cx="8043663" cy="5867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MAPPING</a:t>
            </a:r>
          </a:p>
        </p:txBody>
      </p:sp>
      <p:pic>
        <p:nvPicPr>
          <p:cNvPr id="5" name="Picture 4" descr="DocScanner 30 Oct 2025 17-14_1.jpg"/>
          <p:cNvPicPr>
            <a:picLocks noChangeAspect="1"/>
          </p:cNvPicPr>
          <p:nvPr/>
        </p:nvPicPr>
        <p:blipFill>
          <a:blip r:embed="rId2"/>
          <a:srcRect r="3896"/>
          <a:stretch>
            <a:fillRect/>
          </a:stretch>
        </p:blipFill>
        <p:spPr>
          <a:xfrm>
            <a:off x="1676400" y="1066800"/>
            <a:ext cx="5638800" cy="56140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304800"/>
            <a:ext cx="8305800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ASSOCIATIVE MAPPING</a:t>
            </a:r>
          </a:p>
        </p:txBody>
      </p:sp>
      <p:pic>
        <p:nvPicPr>
          <p:cNvPr id="5" name="Picture 4" descr="DocScanner 30 Oct 2025 17-14_1(1).jpg"/>
          <p:cNvPicPr>
            <a:picLocks noChangeAspect="1"/>
          </p:cNvPicPr>
          <p:nvPr/>
        </p:nvPicPr>
        <p:blipFill>
          <a:blip r:embed="rId2"/>
          <a:srcRect r="5384" b="2703"/>
          <a:stretch>
            <a:fillRect/>
          </a:stretch>
        </p:blipFill>
        <p:spPr>
          <a:xfrm>
            <a:off x="990600" y="1219200"/>
            <a:ext cx="7010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381000"/>
            <a:ext cx="8188158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ASSOCIATIVE MAPPING</a:t>
            </a:r>
          </a:p>
        </p:txBody>
      </p:sp>
      <p:pic>
        <p:nvPicPr>
          <p:cNvPr id="5" name="Picture 4" descr="DocScanner 30 Oct 2025 17-14_1(2).jpg"/>
          <p:cNvPicPr>
            <a:picLocks noChangeAspect="1"/>
          </p:cNvPicPr>
          <p:nvPr/>
        </p:nvPicPr>
        <p:blipFill>
          <a:blip r:embed="rId2"/>
          <a:srcRect l="5988" t="1449"/>
          <a:stretch>
            <a:fillRect/>
          </a:stretch>
        </p:blipFill>
        <p:spPr>
          <a:xfrm>
            <a:off x="1676400" y="1371600"/>
            <a:ext cx="6172200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 r="1835"/>
          <a:stretch>
            <a:fillRect/>
          </a:stretch>
        </p:blipFill>
        <p:spPr bwMode="auto">
          <a:xfrm>
            <a:off x="380999" y="228600"/>
            <a:ext cx="8571523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457200" y="4419600"/>
            <a:ext cx="84582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228600"/>
            <a:ext cx="8407326" cy="5943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304800"/>
            <a:ext cx="8305799" cy="6095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228600"/>
            <a:ext cx="8380248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2E91A2DEE58B4EB51C0D10FFC5F048" ma:contentTypeVersion="3" ma:contentTypeDescription="Create a new document." ma:contentTypeScope="" ma:versionID="c3483bf2d1b4ce78d0f2bebad5297fc0">
  <xsd:schema xmlns:xsd="http://www.w3.org/2001/XMLSchema" xmlns:xs="http://www.w3.org/2001/XMLSchema" xmlns:p="http://schemas.microsoft.com/office/2006/metadata/properties" xmlns:ns2="e528b528-bd60-45be-ac2f-1cf3f1815ca1" targetNamespace="http://schemas.microsoft.com/office/2006/metadata/properties" ma:root="true" ma:fieldsID="54d1f6c13b1d51aec7b8a9c3af92b54a" ns2:_="">
    <xsd:import namespace="e528b528-bd60-45be-ac2f-1cf3f1815c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8b528-bd60-45be-ac2f-1cf3f1815c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78FFF2B-7AD5-4C3B-8DB1-545C7D285E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528b528-bd60-45be-ac2f-1cf3f1815c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15F61C7-1C0B-46C2-976B-77DBCE96242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40BB784-F7BB-4725-9F55-3625BE53FD5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</Words>
  <Application>Microsoft Office PowerPoint</Application>
  <PresentationFormat>On-screen Show (4:3)</PresentationFormat>
  <Paragraphs>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DIRECT MAPPING</vt:lpstr>
      <vt:lpstr>PowerPoint Presentation</vt:lpstr>
      <vt:lpstr>ASSOCIATIVE MAPPING</vt:lpstr>
      <vt:lpstr>PowerPoint Presentation</vt:lpstr>
      <vt:lpstr>SET ASSOCIATIVE MAPPING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RAJITHA MR.</dc:creator>
  <cp:lastModifiedBy>rajithamr</cp:lastModifiedBy>
  <cp:revision>6</cp:revision>
  <dcterms:created xsi:type="dcterms:W3CDTF">2006-08-16T00:00:00Z</dcterms:created>
  <dcterms:modified xsi:type="dcterms:W3CDTF">2025-11-03T13:55:14Z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0x0101002B2E91A2DEE58B4EB51C0D10FFC5F048</vt:lpwstr>
  </property>
</Properties>
</file>