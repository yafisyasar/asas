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Unbounded SemiBold"/>
      <p:regular r:id="rId8"/>
      <p:bold r:id="rId9"/>
    </p:embeddedFont>
    <p:embeddedFont>
      <p:font typeface="Unbounde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B77D58-3627-4B5D-80C0-1F6A4028B464}">
  <a:tblStyle styleId="{E5B77D58-3627-4B5D-80C0-1F6A4028B4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Unbounded-bold.fntdata"/><Relationship Id="rId10" Type="http://schemas.openxmlformats.org/officeDocument/2006/relationships/font" Target="fonts/Unbounded-regular.fntdata"/><Relationship Id="rId9" Type="http://schemas.openxmlformats.org/officeDocument/2006/relationships/font" Target="fonts/Unbounded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Unbounded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91392eb4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91392eb4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9144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Limitations of Dijkstra’s Algorithm</a:t>
            </a:r>
            <a:endParaRPr b="1" sz="31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458350" y="46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{E5B77D58-3627-4B5D-80C0-1F6A4028B464}</a:tableStyleId>
              </a:tblPr>
              <a:tblGrid>
                <a:gridCol w="4087450"/>
                <a:gridCol w="4087450"/>
              </a:tblGrid>
              <a:tr h="227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 SemiBold"/>
                          <a:ea typeface="Unbounded SemiBold"/>
                          <a:cs typeface="Unbounded SemiBold"/>
                          <a:sym typeface="Unbounded SemiBold"/>
                        </a:rPr>
                        <a:t>Cannot handle negative weights</a:t>
                      </a:r>
                      <a:endParaRPr>
                        <a:solidFill>
                          <a:schemeClr val="dk1"/>
                        </a:solidFill>
                        <a:latin typeface="Unbounded SemiBold"/>
                        <a:ea typeface="Unbounded SemiBold"/>
                        <a:cs typeface="Unbounded SemiBold"/>
                        <a:sym typeface="Unbounded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The algorithm fails to produce correct results if the graph contains negative edge weights this is because it assumes that once a node's shortest path is finalized, it will not be revisited or improved by a path involving a negative edge</a:t>
                      </a:r>
                      <a:endParaRPr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 SemiBold"/>
                          <a:ea typeface="Unbounded SemiBold"/>
                          <a:cs typeface="Unbounded SemiBold"/>
                          <a:sym typeface="Unbounded SemiBold"/>
                        </a:rPr>
                        <a:t>B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Unbounded SemiBold"/>
                          <a:ea typeface="Unbounded SemiBold"/>
                          <a:cs typeface="Unbounded SemiBold"/>
                          <a:sym typeface="Unbounded SemiBold"/>
                        </a:rPr>
                        <a:t>lind search nature</a:t>
                      </a:r>
                      <a:endParaRPr>
                        <a:solidFill>
                          <a:schemeClr val="dk1"/>
                        </a:solidFill>
                        <a:latin typeface="Unbounded SemiBold"/>
                        <a:ea typeface="Unbounded SemiBold"/>
                        <a:cs typeface="Unbounded SemiBold"/>
                        <a:sym typeface="Unbounded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it explores the graph without specific knowledge of the target node's location, which can sometimes lead to exploring unnecessary paths if only a single destination is desired and a more informed search algorithm (like A*) could be use</a:t>
                      </a:r>
                      <a:endParaRPr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15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 SemiBold"/>
                          <a:ea typeface="Unbounded SemiBold"/>
                          <a:cs typeface="Unbounded SemiBold"/>
                          <a:sym typeface="Unbounded SemiBold"/>
                        </a:rPr>
                        <a:t>F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Unbounded SemiBold"/>
                          <a:ea typeface="Unbounded SemiBold"/>
                          <a:cs typeface="Unbounded SemiBold"/>
                          <a:sym typeface="Unbounded SemiBold"/>
                        </a:rPr>
                        <a:t>inds shortest paths from one source only</a:t>
                      </a:r>
                      <a:endParaRPr>
                        <a:solidFill>
                          <a:schemeClr val="dk1"/>
                        </a:solidFill>
                        <a:latin typeface="Unbounded SemiBold"/>
                        <a:ea typeface="Unbounded SemiBold"/>
                        <a:cs typeface="Unbounded SemiBold"/>
                        <a:sym typeface="Unbounded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it is designed to find shortest paths from a single source node. for finding shortest paths between all pairs of nodes, algorithms like Floyd-Warshall might be more suitable</a:t>
                      </a:r>
                      <a:endParaRPr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 SemiBold"/>
                          <a:ea typeface="Unbounded SemiBold"/>
                          <a:cs typeface="Unbounded SemiBold"/>
                          <a:sym typeface="Unbounded SemiBold"/>
                        </a:rPr>
                        <a:t>Can be slow for very large graphs</a:t>
                      </a:r>
                      <a:endParaRPr>
                        <a:solidFill>
                          <a:schemeClr val="dk1"/>
                        </a:solidFill>
                        <a:latin typeface="Unbounded SemiBold"/>
                        <a:ea typeface="Unbounded SemiBold"/>
                        <a:cs typeface="Unbounded SemiBold"/>
                        <a:sym typeface="Unbounded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while efficient for many cases its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performance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 can degrade for extremely large graphs, especially if not implemented with an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optimized priority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 queue</a:t>
                      </a:r>
                      <a:endParaRPr>
                        <a:solidFill>
                          <a:schemeClr val="dk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