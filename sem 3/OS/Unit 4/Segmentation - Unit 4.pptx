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Lst>
  <p:sldIdLst>
    <p:sldId id="263" r:id="rId4"/>
    <p:sldId id="265" r:id="rId5"/>
    <p:sldId id="266" r:id="rId6"/>
    <p:sldId id="267" r:id="rId7"/>
    <p:sldId id="268" r:id="rId8"/>
    <p:sldId id="269" r:id="rId9"/>
    <p:sldId id="272" r:id="rId10"/>
    <p:sldId id="273" r:id="rId11"/>
    <p:sldId id="270" r:id="rId12"/>
    <p:sldId id="271" r:id="rId13"/>
    <p:sldId id="280" r:id="rId14"/>
    <p:sldId id="274" r:id="rId15"/>
    <p:sldId id="278" r:id="rId16"/>
    <p:sldId id="275" r:id="rId17"/>
    <p:sldId id="27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1.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customXml" Target="../customXml/item3.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21818-E75A-458F-AC5B-0E9A2C76B835}"/>
              </a:ext>
            </a:extLst>
          </p:cNvPr>
          <p:cNvSpPr>
            <a:spLocks noGrp="1"/>
          </p:cNvSpPr>
          <p:nvPr>
            <p:ph type="ctrTitle"/>
          </p:nvPr>
        </p:nvSpPr>
        <p:spPr>
          <a:xfrm>
            <a:off x="448056" y="448056"/>
            <a:ext cx="11292840" cy="3401568"/>
          </a:xfrm>
        </p:spPr>
        <p:txBody>
          <a:bodyPr anchor="b">
            <a:normAutofit/>
          </a:bodyPr>
          <a:lstStyle>
            <a:lvl1pPr algn="l">
              <a:defRPr sz="6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6EE64DE-978B-4F95-BB3C-D027D8008748}"/>
              </a:ext>
            </a:extLst>
          </p:cNvPr>
          <p:cNvSpPr>
            <a:spLocks noGrp="1"/>
          </p:cNvSpPr>
          <p:nvPr>
            <p:ph type="subTitle" idx="1"/>
          </p:nvPr>
        </p:nvSpPr>
        <p:spPr>
          <a:xfrm>
            <a:off x="448056" y="4471416"/>
            <a:ext cx="11292840" cy="1481328"/>
          </a:xfrm>
        </p:spPr>
        <p:txBody>
          <a:bodyPr/>
          <a:lstStyle>
            <a:lvl1pPr marL="0" indent="0" algn="l">
              <a:lnSpc>
                <a:spcPct val="120000"/>
              </a:lnSpc>
              <a:buNone/>
              <a:defRPr sz="2400">
                <a:solidFill>
                  <a:schemeClr val="tx2">
                    <a:alpha val="5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a:extLst>
              <a:ext uri="{FF2B5EF4-FFF2-40B4-BE49-F238E27FC236}">
                <a16:creationId xmlns:a16="http://schemas.microsoft.com/office/drawing/2014/main" id="{C66CC717-08C5-4F3E-B8AA-BA93C8755982}"/>
              </a:ext>
            </a:extLst>
          </p:cNvPr>
          <p:cNvCxnSpPr>
            <a:cxnSpLocks/>
          </p:cNvCxnSpPr>
          <p:nvPr/>
        </p:nvCxnSpPr>
        <p:spPr>
          <a:xfrm>
            <a:off x="449400" y="4122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896B5700-AA45-4E20-8BE5-27620411303F}"/>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10" name="Slide Number Placeholder 5">
            <a:extLst>
              <a:ext uri="{FF2B5EF4-FFF2-40B4-BE49-F238E27FC236}">
                <a16:creationId xmlns:a16="http://schemas.microsoft.com/office/drawing/2014/main" id="{7C5B7199-CC00-4D38-8B48-F8A539112985}"/>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11" name="Date Placeholder 3">
            <a:extLst>
              <a:ext uri="{FF2B5EF4-FFF2-40B4-BE49-F238E27FC236}">
                <a16:creationId xmlns:a16="http://schemas.microsoft.com/office/drawing/2014/main" id="{16BC76EC-3453-4CE0-A71D-BD21940757B4}"/>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Saturday, November 8, 2025</a:t>
            </a:fld>
            <a:endParaRPr lang="en-US" dirty="0"/>
          </a:p>
        </p:txBody>
      </p:sp>
    </p:spTree>
    <p:extLst>
      <p:ext uri="{BB962C8B-B14F-4D97-AF65-F5344CB8AC3E}">
        <p14:creationId xmlns:p14="http://schemas.microsoft.com/office/powerpoint/2010/main" val="964757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7685-BDD9-488F-B082-33592E0F1364}"/>
              </a:ext>
            </a:extLst>
          </p:cNvPr>
          <p:cNvSpPr>
            <a:spLocks noGrp="1"/>
          </p:cNvSpPr>
          <p:nvPr>
            <p:ph type="title"/>
          </p:nvPr>
        </p:nvSpPr>
        <p:spPr/>
        <p:txBody>
          <a:bodyPr wrap="square"/>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E9CB5FF-7FB5-4B8A-BF1C-48765D40B4C0}"/>
              </a:ext>
            </a:extLst>
          </p:cNvPr>
          <p:cNvSpPr>
            <a:spLocks noGrp="1"/>
          </p:cNvSpPr>
          <p:nvPr>
            <p:ph idx="1"/>
          </p:nvPr>
        </p:nvSpPr>
        <p:spPr>
          <a:xfrm>
            <a:off x="448056" y="1735200"/>
            <a:ext cx="11293200" cy="3783013"/>
          </a:xfrm>
        </p:spPr>
        <p:txBody>
          <a:bodyPr wrap="square"/>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BDA03860-F8F0-4186-B5D0-72C935B2C2A9}"/>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8" name="Slide Number Placeholder 5">
            <a:extLst>
              <a:ext uri="{FF2B5EF4-FFF2-40B4-BE49-F238E27FC236}">
                <a16:creationId xmlns:a16="http://schemas.microsoft.com/office/drawing/2014/main" id="{60B9D802-9E36-42DA-B6CA-6C937CBE8A94}"/>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9" name="Date Placeholder 3">
            <a:extLst>
              <a:ext uri="{FF2B5EF4-FFF2-40B4-BE49-F238E27FC236}">
                <a16:creationId xmlns:a16="http://schemas.microsoft.com/office/drawing/2014/main" id="{C227B5A7-BF66-4C50-9DAD-A24070310B83}"/>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Saturday, November 8, 2025</a:t>
            </a:fld>
            <a:endParaRPr lang="en-US" dirty="0"/>
          </a:p>
        </p:txBody>
      </p:sp>
    </p:spTree>
    <p:extLst>
      <p:ext uri="{BB962C8B-B14F-4D97-AF65-F5344CB8AC3E}">
        <p14:creationId xmlns:p14="http://schemas.microsoft.com/office/powerpoint/2010/main" val="4266181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E2B8D-DB20-44D1-84BC-F76685913380}"/>
              </a:ext>
            </a:extLst>
          </p:cNvPr>
          <p:cNvSpPr>
            <a:spLocks noGrp="1"/>
          </p:cNvSpPr>
          <p:nvPr>
            <p:ph type="title"/>
          </p:nvPr>
        </p:nvSpPr>
        <p:spPr>
          <a:xfrm>
            <a:off x="448056" y="448056"/>
            <a:ext cx="11311128" cy="3401568"/>
          </a:xfrm>
        </p:spPr>
        <p:txBody>
          <a:bodyPr anchor="b">
            <a:normAutofit/>
          </a:bodyPr>
          <a:lstStyle>
            <a:lvl1pPr>
              <a:defRPr sz="6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594C298-618E-4642-8F2B-8DD253ED5C06}"/>
              </a:ext>
            </a:extLst>
          </p:cNvPr>
          <p:cNvSpPr>
            <a:spLocks noGrp="1"/>
          </p:cNvSpPr>
          <p:nvPr>
            <p:ph type="body" idx="1"/>
          </p:nvPr>
        </p:nvSpPr>
        <p:spPr>
          <a:xfrm>
            <a:off x="448056" y="4471416"/>
            <a:ext cx="11292840" cy="1481328"/>
          </a:xfrm>
        </p:spPr>
        <p:txBody>
          <a:bodyPr/>
          <a:lstStyle>
            <a:lvl1pPr marL="0" indent="0">
              <a:lnSpc>
                <a:spcPct val="120000"/>
              </a:lnSpc>
              <a:buNone/>
              <a:defRPr sz="2400">
                <a:solidFill>
                  <a:schemeClr val="tx2">
                    <a:alpha val="5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B3ECD5-2EEA-457B-9C93-36F8AF368EC7}"/>
              </a:ext>
            </a:extLst>
          </p:cNvPr>
          <p:cNvSpPr>
            <a:spLocks noGrp="1"/>
          </p:cNvSpPr>
          <p:nvPr>
            <p:ph type="dt" sz="half" idx="10"/>
          </p:nvPr>
        </p:nvSpPr>
        <p:spPr>
          <a:xfrm>
            <a:off x="438912" y="6153912"/>
            <a:ext cx="3456432" cy="502920"/>
          </a:xfrm>
          <a:prstGeom prst="rect">
            <a:avLst/>
          </a:prstGeom>
        </p:spPr>
        <p:txBody>
          <a:bodyPr/>
          <a:lstStyle/>
          <a:p>
            <a:fld id="{10EDCA73-0A86-4195-A787-75037827079D}" type="datetime2">
              <a:rPr lang="en-US" smtClean="0"/>
              <a:t>Saturday, November 8, 2025</a:t>
            </a:fld>
            <a:endParaRPr lang="en-US"/>
          </a:p>
        </p:txBody>
      </p:sp>
      <p:sp>
        <p:nvSpPr>
          <p:cNvPr id="5" name="Footer Placeholder 4">
            <a:extLst>
              <a:ext uri="{FF2B5EF4-FFF2-40B4-BE49-F238E27FC236}">
                <a16:creationId xmlns:a16="http://schemas.microsoft.com/office/drawing/2014/main" id="{D79A15D4-F172-4025-9290-C8F5D419720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926CD73-9984-4E1D-BD74-37115C1F4C57}"/>
              </a:ext>
            </a:extLst>
          </p:cNvPr>
          <p:cNvSpPr>
            <a:spLocks noGrp="1"/>
          </p:cNvSpPr>
          <p:nvPr>
            <p:ph type="sldNum" sz="quarter" idx="12"/>
          </p:nvPr>
        </p:nvSpPr>
        <p:spPr/>
        <p:txBody>
          <a:bodyPr rIns="219456"/>
          <a:lstStyle/>
          <a:p>
            <a:fld id="{0D309695-DEC3-40DA-9DF5-330280C9D0E8}" type="slidenum">
              <a:rPr lang="en-US" smtClean="0"/>
              <a:t>‹#›</a:t>
            </a:fld>
            <a:endParaRPr lang="en-US"/>
          </a:p>
        </p:txBody>
      </p:sp>
      <p:cxnSp>
        <p:nvCxnSpPr>
          <p:cNvPr id="8" name="Straight Connector 7">
            <a:extLst>
              <a:ext uri="{FF2B5EF4-FFF2-40B4-BE49-F238E27FC236}">
                <a16:creationId xmlns:a16="http://schemas.microsoft.com/office/drawing/2014/main" id="{E99FAD47-5E44-4EE5-A422-A77593F8F3A3}"/>
              </a:ext>
            </a:extLst>
          </p:cNvPr>
          <p:cNvCxnSpPr>
            <a:cxnSpLocks/>
          </p:cNvCxnSpPr>
          <p:nvPr/>
        </p:nvCxnSpPr>
        <p:spPr>
          <a:xfrm>
            <a:off x="449400" y="4122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221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74E41-AB27-418C-AA9E-8F863DDE362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8B9E10A-E18D-4122-A71B-0A22F695E076}"/>
              </a:ext>
            </a:extLst>
          </p:cNvPr>
          <p:cNvSpPr>
            <a:spLocks noGrp="1"/>
          </p:cNvSpPr>
          <p:nvPr>
            <p:ph sz="half" idx="1"/>
          </p:nvPr>
        </p:nvSpPr>
        <p:spPr>
          <a:xfrm>
            <a:off x="448056" y="1735200"/>
            <a:ext cx="5431536" cy="4214750"/>
          </a:xfrm>
        </p:spPr>
        <p:txBody>
          <a:bodyPr/>
          <a:lstStyle>
            <a:lvl1pPr marL="450000">
              <a:defRPr/>
            </a:lvl1pPr>
            <a:lvl2pPr marL="900000">
              <a:defRPr/>
            </a:lvl2pPr>
            <a:lvl3pPr marL="1350000">
              <a:defRPr/>
            </a:lvl3pPr>
            <a:lvl4pPr marL="1800000">
              <a:defRPr/>
            </a:lvl4pPr>
            <a:lvl5pPr marL="225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0CB980D-2720-431B-88C8-4D837023BBFF}"/>
              </a:ext>
            </a:extLst>
          </p:cNvPr>
          <p:cNvSpPr>
            <a:spLocks noGrp="1"/>
          </p:cNvSpPr>
          <p:nvPr>
            <p:ph sz="half" idx="2"/>
          </p:nvPr>
        </p:nvSpPr>
        <p:spPr>
          <a:xfrm>
            <a:off x="6309360" y="1735200"/>
            <a:ext cx="5431536" cy="4214750"/>
          </a:xfrm>
        </p:spPr>
        <p:txBody>
          <a:bodyPr/>
          <a:lstStyle>
            <a:lvl2pPr marL="900000">
              <a:defRPr/>
            </a:lvl2pPr>
            <a:lvl3pPr marL="1350000">
              <a:defRPr/>
            </a:lvl3pPr>
            <a:lvl4pPr marL="1800000">
              <a:defRPr/>
            </a:lvl4pPr>
            <a:lvl5pPr marL="243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E8EB211-F6F7-4C53-B25F-F1EBF7A8BF4E}"/>
              </a:ext>
            </a:extLst>
          </p:cNvPr>
          <p:cNvSpPr>
            <a:spLocks noGrp="1"/>
          </p:cNvSpPr>
          <p:nvPr>
            <p:ph type="dt" sz="half" idx="10"/>
          </p:nvPr>
        </p:nvSpPr>
        <p:spPr>
          <a:xfrm>
            <a:off x="438912" y="6153912"/>
            <a:ext cx="3456432" cy="502920"/>
          </a:xfrm>
          <a:prstGeom prst="rect">
            <a:avLst/>
          </a:prstGeom>
        </p:spPr>
        <p:txBody>
          <a:bodyPr/>
          <a:lstStyle/>
          <a:p>
            <a:fld id="{83C75374-B296-498E-A935-80631EA9020D}" type="datetime2">
              <a:rPr lang="en-US" smtClean="0"/>
              <a:t>Saturday, November 8, 2025</a:t>
            </a:fld>
            <a:endParaRPr lang="en-US"/>
          </a:p>
        </p:txBody>
      </p:sp>
      <p:sp>
        <p:nvSpPr>
          <p:cNvPr id="6" name="Footer Placeholder 5">
            <a:extLst>
              <a:ext uri="{FF2B5EF4-FFF2-40B4-BE49-F238E27FC236}">
                <a16:creationId xmlns:a16="http://schemas.microsoft.com/office/drawing/2014/main" id="{D0AA830D-482E-415E-B855-D561B94BDC2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2D7FB2AC-9F49-4D35-8C5E-ECECC6B13134}"/>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2659402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25D59-DC0A-4295-8714-902B54B983AF}"/>
              </a:ext>
            </a:extLst>
          </p:cNvPr>
          <p:cNvSpPr>
            <a:spLocks noGrp="1"/>
          </p:cNvSpPr>
          <p:nvPr>
            <p:ph type="title"/>
          </p:nvPr>
        </p:nvSpPr>
        <p:spPr>
          <a:xfrm>
            <a:off x="448056" y="388800"/>
            <a:ext cx="11311128" cy="114120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67A33E2-E7AE-4E37-9DF1-69697E45D2A7}"/>
              </a:ext>
            </a:extLst>
          </p:cNvPr>
          <p:cNvSpPr>
            <a:spLocks noGrp="1"/>
          </p:cNvSpPr>
          <p:nvPr>
            <p:ph type="body" idx="1"/>
          </p:nvPr>
        </p:nvSpPr>
        <p:spPr>
          <a:xfrm>
            <a:off x="448056" y="1774952"/>
            <a:ext cx="5431536" cy="612648"/>
          </a:xfrm>
        </p:spPr>
        <p:txBody>
          <a:bodyPr anchor="t">
            <a:normAutofit/>
          </a:bodyPr>
          <a:lstStyle>
            <a:lvl1pPr marL="0" indent="0">
              <a:lnSpc>
                <a:spcPct val="100000"/>
              </a:lnSpc>
              <a:buNone/>
              <a:defRPr sz="2000" b="0" i="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2E79D5-E651-4B82-AFAA-DE6E16AC3EB8}"/>
              </a:ext>
            </a:extLst>
          </p:cNvPr>
          <p:cNvSpPr>
            <a:spLocks noGrp="1"/>
          </p:cNvSpPr>
          <p:nvPr>
            <p:ph sz="half" idx="2"/>
          </p:nvPr>
        </p:nvSpPr>
        <p:spPr>
          <a:xfrm>
            <a:off x="448056" y="2752344"/>
            <a:ext cx="5431536"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1A91196-F771-42C3-A726-A4ECF561FFF3}"/>
              </a:ext>
            </a:extLst>
          </p:cNvPr>
          <p:cNvSpPr>
            <a:spLocks noGrp="1"/>
          </p:cNvSpPr>
          <p:nvPr>
            <p:ph type="body" sz="quarter" idx="3"/>
          </p:nvPr>
        </p:nvSpPr>
        <p:spPr>
          <a:xfrm>
            <a:off x="6309360" y="1774952"/>
            <a:ext cx="5431536" cy="612648"/>
          </a:xfrm>
        </p:spPr>
        <p:txBody>
          <a:bodyPr anchor="t">
            <a:normAutofit/>
          </a:bodyPr>
          <a:lstStyle>
            <a:lvl1pPr marL="0" indent="0">
              <a:lnSpc>
                <a:spcPct val="100000"/>
              </a:lnSpc>
              <a:buNone/>
              <a:defRPr sz="2000" b="0" i="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76BA18-D373-4B5F-B812-5D5E4C2378E7}"/>
              </a:ext>
            </a:extLst>
          </p:cNvPr>
          <p:cNvSpPr>
            <a:spLocks noGrp="1"/>
          </p:cNvSpPr>
          <p:nvPr>
            <p:ph sz="quarter" idx="4"/>
          </p:nvPr>
        </p:nvSpPr>
        <p:spPr>
          <a:xfrm>
            <a:off x="6309360" y="2752344"/>
            <a:ext cx="5431536"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F395D0EB-9F99-4C95-ADA6-AC6B493CCA9D}"/>
              </a:ext>
            </a:extLst>
          </p:cNvPr>
          <p:cNvSpPr>
            <a:spLocks noGrp="1"/>
          </p:cNvSpPr>
          <p:nvPr>
            <p:ph type="dt" sz="half" idx="10"/>
          </p:nvPr>
        </p:nvSpPr>
        <p:spPr>
          <a:xfrm>
            <a:off x="438912" y="6153912"/>
            <a:ext cx="3456432" cy="502920"/>
          </a:xfrm>
          <a:prstGeom prst="rect">
            <a:avLst/>
          </a:prstGeom>
        </p:spPr>
        <p:txBody>
          <a:bodyPr/>
          <a:lstStyle/>
          <a:p>
            <a:fld id="{B098B728-214A-4ABC-8432-5B3A5A66A987}" type="datetime2">
              <a:rPr lang="en-US" smtClean="0"/>
              <a:t>Saturday, November 8, 2025</a:t>
            </a:fld>
            <a:endParaRPr lang="en-US" dirty="0"/>
          </a:p>
        </p:txBody>
      </p:sp>
      <p:sp>
        <p:nvSpPr>
          <p:cNvPr id="8" name="Footer Placeholder 7">
            <a:extLst>
              <a:ext uri="{FF2B5EF4-FFF2-40B4-BE49-F238E27FC236}">
                <a16:creationId xmlns:a16="http://schemas.microsoft.com/office/drawing/2014/main" id="{27EB69A9-1E48-4683-8873-D888C39E6EE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57E419C-3010-4562-BA4B-ECBC2DBE629E}"/>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4084781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58066-A255-4886-A4B0-2AC829A768F3}"/>
              </a:ext>
            </a:extLst>
          </p:cNvPr>
          <p:cNvSpPr>
            <a:spLocks noGrp="1"/>
          </p:cNvSpPr>
          <p:nvPr>
            <p:ph type="title"/>
          </p:nvPr>
        </p:nvSpPr>
        <p:spPr>
          <a:xfrm>
            <a:off x="448056" y="388800"/>
            <a:ext cx="11311128" cy="5559552"/>
          </a:xfrm>
        </p:spPr>
        <p:txBody>
          <a:bodyPr wrap="square"/>
          <a:lstStyle/>
          <a:p>
            <a:r>
              <a:rPr lang="en-US"/>
              <a:t>Click to edit Master title style</a:t>
            </a:r>
            <a:endParaRPr lang="en-US" dirty="0"/>
          </a:p>
        </p:txBody>
      </p:sp>
      <p:sp>
        <p:nvSpPr>
          <p:cNvPr id="3" name="Date Placeholder 2">
            <a:extLst>
              <a:ext uri="{FF2B5EF4-FFF2-40B4-BE49-F238E27FC236}">
                <a16:creationId xmlns:a16="http://schemas.microsoft.com/office/drawing/2014/main" id="{2068D80A-6560-46E3-AF30-9CEC54EA747C}"/>
              </a:ext>
            </a:extLst>
          </p:cNvPr>
          <p:cNvSpPr>
            <a:spLocks noGrp="1"/>
          </p:cNvSpPr>
          <p:nvPr>
            <p:ph type="dt" sz="half" idx="10"/>
          </p:nvPr>
        </p:nvSpPr>
        <p:spPr>
          <a:xfrm>
            <a:off x="438912" y="6153912"/>
            <a:ext cx="3456432" cy="502920"/>
          </a:xfrm>
          <a:prstGeom prst="rect">
            <a:avLst/>
          </a:prstGeom>
        </p:spPr>
        <p:txBody>
          <a:bodyPr/>
          <a:lstStyle/>
          <a:p>
            <a:fld id="{015F02D0-6806-43AF-9888-2359BF40C204}" type="datetime2">
              <a:rPr lang="en-US" smtClean="0"/>
              <a:t>Saturday, November 8, 2025</a:t>
            </a:fld>
            <a:endParaRPr lang="en-US"/>
          </a:p>
        </p:txBody>
      </p:sp>
      <p:sp>
        <p:nvSpPr>
          <p:cNvPr id="4" name="Footer Placeholder 3">
            <a:extLst>
              <a:ext uri="{FF2B5EF4-FFF2-40B4-BE49-F238E27FC236}">
                <a16:creationId xmlns:a16="http://schemas.microsoft.com/office/drawing/2014/main" id="{4AB673C2-FB1E-46F5-8CFB-93B9DB807075}"/>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91E2120-410F-4382-81AB-37F161F72150}"/>
              </a:ext>
            </a:extLst>
          </p:cNvPr>
          <p:cNvSpPr>
            <a:spLocks noGrp="1"/>
          </p:cNvSpPr>
          <p:nvPr>
            <p:ph type="sldNum" sz="quarter" idx="12"/>
          </p:nvPr>
        </p:nvSpPr>
        <p:spPr/>
        <p:txBody>
          <a:bodyPr rIns="219456"/>
          <a:lstStyle/>
          <a:p>
            <a:fld id="{0D309695-DEC3-40DA-9DF5-330280C9D0E8}" type="slidenum">
              <a:rPr lang="en-US" smtClean="0"/>
              <a:t>‹#›</a:t>
            </a:fld>
            <a:endParaRPr lang="en-US"/>
          </a:p>
        </p:txBody>
      </p:sp>
    </p:spTree>
    <p:extLst>
      <p:ext uri="{BB962C8B-B14F-4D97-AF65-F5344CB8AC3E}">
        <p14:creationId xmlns:p14="http://schemas.microsoft.com/office/powerpoint/2010/main" val="356094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802222-E41B-48E7-BF06-5C5509D621C0}"/>
              </a:ext>
            </a:extLst>
          </p:cNvPr>
          <p:cNvSpPr>
            <a:spLocks noGrp="1"/>
          </p:cNvSpPr>
          <p:nvPr>
            <p:ph type="dt" sz="half" idx="10"/>
          </p:nvPr>
        </p:nvSpPr>
        <p:spPr>
          <a:xfrm>
            <a:off x="438912" y="6153912"/>
            <a:ext cx="3456432" cy="502920"/>
          </a:xfrm>
          <a:prstGeom prst="rect">
            <a:avLst/>
          </a:prstGeom>
        </p:spPr>
        <p:txBody>
          <a:bodyPr/>
          <a:lstStyle/>
          <a:p>
            <a:fld id="{8EE14D2D-B1AF-4197-82D6-FC1F8BD05681}" type="datetime2">
              <a:rPr lang="en-US" smtClean="0"/>
              <a:t>Saturday, November 8, 2025</a:t>
            </a:fld>
            <a:endParaRPr lang="en-US"/>
          </a:p>
        </p:txBody>
      </p:sp>
      <p:sp>
        <p:nvSpPr>
          <p:cNvPr id="3" name="Footer Placeholder 2">
            <a:extLst>
              <a:ext uri="{FF2B5EF4-FFF2-40B4-BE49-F238E27FC236}">
                <a16:creationId xmlns:a16="http://schemas.microsoft.com/office/drawing/2014/main" id="{17A636E3-B721-46E8-882F-C123530F0FE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C4FC1178-3E0E-449A-B799-009C04C069AF}"/>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661050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23392-4FF4-4922-A14E-8AA23A9BDD70}"/>
              </a:ext>
            </a:extLst>
          </p:cNvPr>
          <p:cNvSpPr>
            <a:spLocks noGrp="1"/>
          </p:cNvSpPr>
          <p:nvPr>
            <p:ph type="title"/>
          </p:nvPr>
        </p:nvSpPr>
        <p:spPr>
          <a:xfrm>
            <a:off x="448056" y="388800"/>
            <a:ext cx="3447288" cy="1069848"/>
          </a:xfrm>
        </p:spPr>
        <p:txBody>
          <a:bodyPr wrap="square"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04FB38E-5055-4C9B-9A3B-A7B3A4887944}"/>
              </a:ext>
            </a:extLst>
          </p:cNvPr>
          <p:cNvSpPr>
            <a:spLocks noGrp="1"/>
          </p:cNvSpPr>
          <p:nvPr>
            <p:ph idx="1"/>
          </p:nvPr>
        </p:nvSpPr>
        <p:spPr>
          <a:xfrm>
            <a:off x="4370832" y="393192"/>
            <a:ext cx="7379208" cy="5559552"/>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E2EC2DB-2ED3-408C-BFF2-F413C9D8F91E}"/>
              </a:ext>
            </a:extLst>
          </p:cNvPr>
          <p:cNvSpPr>
            <a:spLocks noGrp="1"/>
          </p:cNvSpPr>
          <p:nvPr>
            <p:ph type="body" sz="half" idx="2"/>
          </p:nvPr>
        </p:nvSpPr>
        <p:spPr>
          <a:xfrm>
            <a:off x="448056" y="1733550"/>
            <a:ext cx="3447288" cy="421919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374FDF-3000-4B2C-AC88-8CE34D680596}"/>
              </a:ext>
            </a:extLst>
          </p:cNvPr>
          <p:cNvSpPr>
            <a:spLocks noGrp="1"/>
          </p:cNvSpPr>
          <p:nvPr>
            <p:ph type="dt" sz="half" idx="10"/>
          </p:nvPr>
        </p:nvSpPr>
        <p:spPr>
          <a:xfrm>
            <a:off x="438912" y="6153912"/>
            <a:ext cx="3456432" cy="502920"/>
          </a:xfrm>
          <a:prstGeom prst="rect">
            <a:avLst/>
          </a:prstGeom>
        </p:spPr>
        <p:txBody>
          <a:bodyPr/>
          <a:lstStyle/>
          <a:p>
            <a:fld id="{98771CEB-9838-4245-91B8-EFBAFE2D8B44}" type="datetime2">
              <a:rPr lang="en-US" smtClean="0"/>
              <a:t>Saturday, November 8, 2025</a:t>
            </a:fld>
            <a:endParaRPr lang="en-US"/>
          </a:p>
        </p:txBody>
      </p:sp>
      <p:sp>
        <p:nvSpPr>
          <p:cNvPr id="6" name="Footer Placeholder 5">
            <a:extLst>
              <a:ext uri="{FF2B5EF4-FFF2-40B4-BE49-F238E27FC236}">
                <a16:creationId xmlns:a16="http://schemas.microsoft.com/office/drawing/2014/main" id="{0DA0B7F4-5B8C-49BD-9BDA-FCBD13E24227}"/>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502BC00-0803-4A53-8657-91CE0DB80E54}"/>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689195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C2A98-C272-40D9-B75A-77A3D58678E0}"/>
              </a:ext>
            </a:extLst>
          </p:cNvPr>
          <p:cNvSpPr>
            <a:spLocks noGrp="1"/>
          </p:cNvSpPr>
          <p:nvPr>
            <p:ph type="title"/>
          </p:nvPr>
        </p:nvSpPr>
        <p:spPr>
          <a:xfrm>
            <a:off x="448056" y="388800"/>
            <a:ext cx="3447288" cy="1069848"/>
          </a:xfrm>
        </p:spPr>
        <p:txBody>
          <a:bodyPr wrap="square"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AD50DAC-9AC3-4A9A-91B7-6C95E4362561}"/>
              </a:ext>
            </a:extLst>
          </p:cNvPr>
          <p:cNvSpPr>
            <a:spLocks noGrp="1"/>
          </p:cNvSpPr>
          <p:nvPr>
            <p:ph type="pic" idx="1"/>
          </p:nvPr>
        </p:nvSpPr>
        <p:spPr>
          <a:xfrm>
            <a:off x="4370832" y="441324"/>
            <a:ext cx="7373112" cy="551141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3721B04-C243-49A9-B5D3-483379290943}"/>
              </a:ext>
            </a:extLst>
          </p:cNvPr>
          <p:cNvSpPr>
            <a:spLocks noGrp="1"/>
          </p:cNvSpPr>
          <p:nvPr>
            <p:ph type="body" sz="half" idx="2"/>
          </p:nvPr>
        </p:nvSpPr>
        <p:spPr>
          <a:xfrm>
            <a:off x="448056" y="1735200"/>
            <a:ext cx="3447288" cy="421475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8E949C-DD35-44F6-B45A-35134D7E1299}"/>
              </a:ext>
            </a:extLst>
          </p:cNvPr>
          <p:cNvSpPr>
            <a:spLocks noGrp="1"/>
          </p:cNvSpPr>
          <p:nvPr>
            <p:ph type="dt" sz="half" idx="10"/>
          </p:nvPr>
        </p:nvSpPr>
        <p:spPr>
          <a:xfrm>
            <a:off x="438912" y="6153912"/>
            <a:ext cx="3456432" cy="502920"/>
          </a:xfrm>
          <a:prstGeom prst="rect">
            <a:avLst/>
          </a:prstGeom>
        </p:spPr>
        <p:txBody>
          <a:bodyPr/>
          <a:lstStyle/>
          <a:p>
            <a:fld id="{51D3F6BF-A585-41F8-88DF-7E5D069F892A}" type="datetime2">
              <a:rPr lang="en-US" smtClean="0"/>
              <a:t>Saturday, November 8, 2025</a:t>
            </a:fld>
            <a:endParaRPr lang="en-US"/>
          </a:p>
        </p:txBody>
      </p:sp>
      <p:sp>
        <p:nvSpPr>
          <p:cNvPr id="6" name="Footer Placeholder 5">
            <a:extLst>
              <a:ext uri="{FF2B5EF4-FFF2-40B4-BE49-F238E27FC236}">
                <a16:creationId xmlns:a16="http://schemas.microsoft.com/office/drawing/2014/main" id="{6BC70102-4B8E-4FEC-9BB7-97FDC1EABF8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86693AF-08A9-4388-A9B8-174D53955998}"/>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715271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33FC-38A1-463C-BF3D-0D99784E02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2AFD076A-A004-4560-A43B-028624E20D17}"/>
              </a:ext>
            </a:extLst>
          </p:cNvPr>
          <p:cNvSpPr>
            <a:spLocks noGrp="1"/>
          </p:cNvSpPr>
          <p:nvPr>
            <p:ph type="body" orient="vert" idx="1"/>
          </p:nvPr>
        </p:nvSpPr>
        <p:spPr>
          <a:xfrm>
            <a:off x="448056" y="1956816"/>
            <a:ext cx="11301984" cy="3995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FCFBA60-9309-4F2A-9FA9-305C4AFBECAF}"/>
              </a:ext>
            </a:extLst>
          </p:cNvPr>
          <p:cNvSpPr>
            <a:spLocks noGrp="1"/>
          </p:cNvSpPr>
          <p:nvPr>
            <p:ph type="dt" sz="half" idx="10"/>
          </p:nvPr>
        </p:nvSpPr>
        <p:spPr>
          <a:xfrm>
            <a:off x="438912" y="6153912"/>
            <a:ext cx="3456432" cy="502920"/>
          </a:xfrm>
          <a:prstGeom prst="rect">
            <a:avLst/>
          </a:prstGeom>
        </p:spPr>
        <p:txBody>
          <a:bodyPr/>
          <a:lstStyle/>
          <a:p>
            <a:fld id="{53CF612A-4CB0-4F57-9A87-F049CECB184D}" type="datetime2">
              <a:rPr lang="en-US" smtClean="0"/>
              <a:t>Saturday, November 8, 2025</a:t>
            </a:fld>
            <a:endParaRPr lang="en-US"/>
          </a:p>
        </p:txBody>
      </p:sp>
      <p:sp>
        <p:nvSpPr>
          <p:cNvPr id="5" name="Footer Placeholder 4">
            <a:extLst>
              <a:ext uri="{FF2B5EF4-FFF2-40B4-BE49-F238E27FC236}">
                <a16:creationId xmlns:a16="http://schemas.microsoft.com/office/drawing/2014/main" id="{491BF451-928F-4E55-8A76-111D0E21121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B5EC161-BA80-4E93-AEB1-B61E38C098BB}"/>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061176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44E3E-5EFE-4FCB-86A2-5E20CC6525EC}"/>
              </a:ext>
            </a:extLst>
          </p:cNvPr>
          <p:cNvSpPr>
            <a:spLocks noGrp="1"/>
          </p:cNvSpPr>
          <p:nvPr>
            <p:ph type="title" orient="vert"/>
          </p:nvPr>
        </p:nvSpPr>
        <p:spPr>
          <a:xfrm>
            <a:off x="10232136" y="448056"/>
            <a:ext cx="1581912" cy="550468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95005E-2E0C-4200-BF29-1135A35EE9B9}"/>
              </a:ext>
            </a:extLst>
          </p:cNvPr>
          <p:cNvSpPr>
            <a:spLocks noGrp="1"/>
          </p:cNvSpPr>
          <p:nvPr>
            <p:ph type="body" orient="vert" idx="1"/>
          </p:nvPr>
        </p:nvSpPr>
        <p:spPr>
          <a:xfrm>
            <a:off x="438912" y="438912"/>
            <a:ext cx="9436608" cy="55046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12BBBED-3B21-4271-BC0F-BBA258B59D48}"/>
              </a:ext>
            </a:extLst>
          </p:cNvPr>
          <p:cNvSpPr>
            <a:spLocks noGrp="1"/>
          </p:cNvSpPr>
          <p:nvPr>
            <p:ph type="dt" sz="half" idx="10"/>
          </p:nvPr>
        </p:nvSpPr>
        <p:spPr>
          <a:xfrm>
            <a:off x="438912" y="6153912"/>
            <a:ext cx="3456432" cy="502920"/>
          </a:xfrm>
          <a:prstGeom prst="rect">
            <a:avLst/>
          </a:prstGeom>
        </p:spPr>
        <p:txBody>
          <a:bodyPr/>
          <a:lstStyle/>
          <a:p>
            <a:fld id="{8F397F40-C8F7-4897-A6B8-241042F913A9}" type="datetime2">
              <a:rPr lang="en-US" smtClean="0"/>
              <a:t>Saturday, November 8, 2025</a:t>
            </a:fld>
            <a:endParaRPr lang="en-US"/>
          </a:p>
        </p:txBody>
      </p:sp>
      <p:sp>
        <p:nvSpPr>
          <p:cNvPr id="5" name="Footer Placeholder 4">
            <a:extLst>
              <a:ext uri="{FF2B5EF4-FFF2-40B4-BE49-F238E27FC236}">
                <a16:creationId xmlns:a16="http://schemas.microsoft.com/office/drawing/2014/main" id="{2D89CED5-56F3-4943-8143-918F7A860CD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9C87180-7248-4741-8E3B-9AAFB414DD95}"/>
              </a:ext>
            </a:extLst>
          </p:cNvPr>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3219040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DDBCE8-F60C-4E3A-83C0-BDE8DD2DE1FD}"/>
              </a:ext>
            </a:extLst>
          </p:cNvPr>
          <p:cNvSpPr>
            <a:spLocks noGrp="1"/>
          </p:cNvSpPr>
          <p:nvPr>
            <p:ph type="title"/>
          </p:nvPr>
        </p:nvSpPr>
        <p:spPr>
          <a:xfrm>
            <a:off x="448056" y="388800"/>
            <a:ext cx="11301984" cy="1141200"/>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BC57F-72F2-48BC-B1EE-1F2C6155D72E}"/>
              </a:ext>
            </a:extLst>
          </p:cNvPr>
          <p:cNvSpPr>
            <a:spLocks noGrp="1"/>
          </p:cNvSpPr>
          <p:nvPr>
            <p:ph type="body" idx="1"/>
          </p:nvPr>
        </p:nvSpPr>
        <p:spPr>
          <a:xfrm>
            <a:off x="448056" y="1733550"/>
            <a:ext cx="11293200" cy="3783013"/>
          </a:xfrm>
          <a:prstGeom prst="rect">
            <a:avLst/>
          </a:prstGeom>
        </p:spPr>
        <p:txBody>
          <a:bodyPr vert="horz" lIns="0" tIns="0" rIns="9144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930FBC45-A4BC-4EE5-82B1-8BC79122559A}"/>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r>
              <a:rPr lang="en-US" spc="200" dirty="0"/>
              <a:t>Sample Footer Text</a:t>
            </a:r>
          </a:p>
        </p:txBody>
      </p:sp>
      <p:sp>
        <p:nvSpPr>
          <p:cNvPr id="6" name="Slide Number Placeholder 5">
            <a:extLst>
              <a:ext uri="{FF2B5EF4-FFF2-40B4-BE49-F238E27FC236}">
                <a16:creationId xmlns:a16="http://schemas.microsoft.com/office/drawing/2014/main" id="{725E1300-1995-409E-B058-59180872B694}"/>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fld id="{0D309695-DEC3-40DA-9DF5-330280C9D0E8}" type="slidenum">
              <a:rPr lang="en-US" smtClean="0"/>
              <a:pPr/>
              <a:t>‹#›</a:t>
            </a:fld>
            <a:endParaRPr lang="en-US" dirty="0"/>
          </a:p>
        </p:txBody>
      </p:sp>
      <p:sp>
        <p:nvSpPr>
          <p:cNvPr id="10" name="Date Placeholder 3">
            <a:extLst>
              <a:ext uri="{FF2B5EF4-FFF2-40B4-BE49-F238E27FC236}">
                <a16:creationId xmlns:a16="http://schemas.microsoft.com/office/drawing/2014/main" id="{639030E9-7F3B-403F-96B2-7C2C627C30A0}"/>
              </a:ext>
            </a:extLst>
          </p:cNvPr>
          <p:cNvSpPr>
            <a:spLocks noGrp="1"/>
          </p:cNvSpPr>
          <p:nvPr>
            <p:ph type="dt" sz="half" idx="2"/>
          </p:nvPr>
        </p:nvSpPr>
        <p:spPr>
          <a:xfrm>
            <a:off x="442912" y="6152968"/>
            <a:ext cx="3457576" cy="502920"/>
          </a:xfrm>
          <a:prstGeom prst="rect">
            <a:avLst/>
          </a:prstGeom>
        </p:spPr>
        <p:txBody>
          <a:bodyPr wrap="square" lIns="0" tIns="0" rIns="0" bIns="0" anchor="ctr" anchorCtr="0">
            <a:normAutofit/>
          </a:bodyPr>
          <a:lstStyle>
            <a:lvl1pPr>
              <a:defRPr sz="900" cap="all" spc="200" baseline="0">
                <a:solidFill>
                  <a:schemeClr val="tx1">
                    <a:alpha val="55000"/>
                  </a:schemeClr>
                </a:solidFill>
              </a:defRPr>
            </a:lvl1pPr>
          </a:lstStyle>
          <a:p>
            <a:fld id="{8256C2ED-54A4-480D-B5C8-65C0D62359B9}" type="datetime2">
              <a:rPr lang="en-US" smtClean="0"/>
              <a:pPr/>
              <a:t>Saturday, November 8, 2025</a:t>
            </a:fld>
            <a:endParaRPr lang="en-US" dirty="0"/>
          </a:p>
        </p:txBody>
      </p:sp>
    </p:spTree>
    <p:extLst>
      <p:ext uri="{BB962C8B-B14F-4D97-AF65-F5344CB8AC3E}">
        <p14:creationId xmlns:p14="http://schemas.microsoft.com/office/powerpoint/2010/main" val="46208810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p:titleStyle>
    <p:bodyStyle>
      <a:lvl1pPr marL="450000" indent="-448056" algn="l" defTabSz="914400" rtl="0" eaLnBrk="1" latinLnBrk="0" hangingPunct="1">
        <a:lnSpc>
          <a:spcPct val="120000"/>
        </a:lnSpc>
        <a:spcBef>
          <a:spcPts val="1000"/>
        </a:spcBef>
        <a:buFont typeface="Calibri Light" panose="020F0302020204030204" pitchFamily="34" charset="0"/>
        <a:buChar char="→"/>
        <a:defRPr sz="2200" kern="1200">
          <a:solidFill>
            <a:schemeClr val="tx2">
              <a:alpha val="55000"/>
            </a:schemeClr>
          </a:solidFill>
          <a:latin typeface="+mn-lt"/>
          <a:ea typeface="+mn-ea"/>
          <a:cs typeface="+mn-cs"/>
        </a:defRPr>
      </a:lvl1pPr>
      <a:lvl2pPr marL="90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2pPr>
      <a:lvl3pPr marL="135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3pPr>
      <a:lvl4pPr marL="180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4pPr>
      <a:lvl5pPr marL="2250000" indent="-448056" algn="l" defTabSz="914400" rtl="0" eaLnBrk="1" latinLnBrk="0" hangingPunct="1">
        <a:lnSpc>
          <a:spcPct val="120000"/>
        </a:lnSpc>
        <a:spcBef>
          <a:spcPts val="500"/>
        </a:spcBef>
        <a:buFont typeface="Calibri Light" panose="020F0302020204030204" pitchFamily="34" charset="0"/>
        <a:buChar char="→"/>
        <a:defRPr sz="2200" kern="1200">
          <a:solidFill>
            <a:schemeClr val="tx2">
              <a:alpha val="5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48">
          <p15:clr>
            <a:srgbClr val="F26B43"/>
          </p15:clr>
        </p15:guide>
        <p15:guide id="2" pos="279">
          <p15:clr>
            <a:srgbClr val="F26B43"/>
          </p15:clr>
        </p15:guide>
        <p15:guide id="3" pos="1232">
          <p15:clr>
            <a:srgbClr val="5ACBF0"/>
          </p15:clr>
        </p15:guide>
        <p15:guide id="4" pos="1527">
          <p15:clr>
            <a:srgbClr val="5ACBF0"/>
          </p15:clr>
        </p15:guide>
        <p15:guide id="5" pos="2457">
          <p15:clr>
            <a:srgbClr val="5ACBF0"/>
          </p15:clr>
        </p15:guide>
        <p15:guide id="6" pos="2751">
          <p15:clr>
            <a:srgbClr val="5ACBF0"/>
          </p15:clr>
        </p15:guide>
        <p15:guide id="7" pos="3704">
          <p15:clr>
            <a:srgbClr val="5ACBF0"/>
          </p15:clr>
        </p15:guide>
        <p15:guide id="8" pos="3976">
          <p15:clr>
            <a:srgbClr val="5ACBF0"/>
          </p15:clr>
        </p15:guide>
        <p15:guide id="9" pos="4929">
          <p15:clr>
            <a:srgbClr val="5ACBF0"/>
          </p15:clr>
        </p15:guide>
        <p15:guide id="10" pos="5201">
          <p15:clr>
            <a:srgbClr val="5ACBF0"/>
          </p15:clr>
        </p15:guide>
        <p15:guide id="11" pos="6153">
          <p15:clr>
            <a:srgbClr val="5ACBF0"/>
          </p15:clr>
        </p15:guide>
        <p15:guide id="12" pos="6448">
          <p15:clr>
            <a:srgbClr val="5ACBF0"/>
          </p15:clr>
        </p15:guide>
        <p15:guide id="13" pos="7401">
          <p15:clr>
            <a:srgbClr val="F26B43"/>
          </p15:clr>
        </p15:guide>
        <p15:guide id="14" orient="horz" pos="3475">
          <p15:clr>
            <a:srgbClr val="F26B43"/>
          </p15:clr>
        </p15:guide>
        <p15:guide id="15" orient="horz" pos="278">
          <p15:clr>
            <a:srgbClr val="F26B43"/>
          </p15:clr>
        </p15:guide>
        <p15:guide id="16" orient="horz" pos="2886">
          <p15:clr>
            <a:srgbClr val="5ACBF0"/>
          </p15:clr>
        </p15:guide>
        <p15:guide id="17" orient="horz" pos="2591">
          <p15:clr>
            <a:srgbClr val="5ACBF0"/>
          </p15:clr>
        </p15:guide>
        <p15:guide id="18" orient="horz" pos="2024">
          <p15:clr>
            <a:srgbClr val="5ACBF0"/>
          </p15:clr>
        </p15:guide>
        <p15:guide id="19" orient="horz" pos="1729">
          <p15:clr>
            <a:srgbClr val="5ACBF0"/>
          </p15:clr>
        </p15:guide>
        <p15:guide id="20" orient="horz" pos="1162">
          <p15:clr>
            <a:srgbClr val="5ACBF0"/>
          </p15:clr>
        </p15:guide>
        <p15:guide id="21" orient="horz" pos="867">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2E5B6AE-5EFE-45F0-A2AE-ED771CA3D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448055" y="655200"/>
            <a:ext cx="5432045" cy="1969200"/>
          </a:xfrm>
        </p:spPr>
        <p:txBody>
          <a:bodyPr anchor="b">
            <a:normAutofit/>
          </a:bodyPr>
          <a:lstStyle/>
          <a:p>
            <a:r>
              <a:rPr lang="en-US" dirty="0"/>
              <a:t>Segmentation</a:t>
            </a:r>
          </a:p>
        </p:txBody>
      </p:sp>
      <p:cxnSp>
        <p:nvCxnSpPr>
          <p:cNvPr id="11" name="Straight Connector 10">
            <a:extLst>
              <a:ext uri="{FF2B5EF4-FFF2-40B4-BE49-F238E27FC236}">
                <a16:creationId xmlns:a16="http://schemas.microsoft.com/office/drawing/2014/main" id="{D255B435-D9F3-4A31-B89E-36741390DB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0000" y="450000"/>
            <a:ext cx="5432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8312024-B4B6-68F3-A295-BE388CAE6B96}"/>
              </a:ext>
            </a:extLst>
          </p:cNvPr>
          <p:cNvPicPr>
            <a:picLocks noChangeAspect="1"/>
          </p:cNvPicPr>
          <p:nvPr/>
        </p:nvPicPr>
        <p:blipFill rotWithShape="1">
          <a:blip r:embed="rId2"/>
          <a:srcRect l="27211" r="4216" b="5"/>
          <a:stretch/>
        </p:blipFill>
        <p:spPr>
          <a:xfrm>
            <a:off x="6311900" y="10"/>
            <a:ext cx="5880100" cy="6857990"/>
          </a:xfrm>
          <a:prstGeom prst="rect">
            <a:avLst/>
          </a:prstGeom>
        </p:spPr>
      </p:pic>
    </p:spTree>
    <p:extLst>
      <p:ext uri="{BB962C8B-B14F-4D97-AF65-F5344CB8AC3E}">
        <p14:creationId xmlns:p14="http://schemas.microsoft.com/office/powerpoint/2010/main" val="4144503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ECF803-D252-4700-A23E-171E66176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0795" cap="flat" cmpd="sng" algn="ctr">
            <a:noFill/>
            <a:prstDash val="solid"/>
          </a:ln>
          <a:effectLst/>
          <a:extLst>
            <a:ext uri="{91240B29-F687-4F45-9708-019B960494DF}">
              <a14:hiddenLine xmlns:a14="http://schemas.microsoft.com/office/drawing/2010/main" w="1079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cNvSpPr>
            <a:spLocks noGrp="1"/>
          </p:cNvSpPr>
          <p:nvPr>
            <p:ph type="ctrTitle"/>
          </p:nvPr>
        </p:nvSpPr>
        <p:spPr>
          <a:xfrm>
            <a:off x="448056" y="228600"/>
            <a:ext cx="4690872" cy="6190488"/>
          </a:xfrm>
        </p:spPr>
        <p:txBody>
          <a:bodyPr>
            <a:normAutofit/>
          </a:bodyPr>
          <a:lstStyle/>
          <a:p>
            <a:r>
              <a:rPr lang="en-US" sz="6400"/>
              <a:t>Segmentation</a:t>
            </a:r>
          </a:p>
        </p:txBody>
      </p:sp>
      <p:cxnSp>
        <p:nvCxnSpPr>
          <p:cNvPr id="11" name="Straight Connector 10">
            <a:extLst>
              <a:ext uri="{FF2B5EF4-FFF2-40B4-BE49-F238E27FC236}">
                <a16:creationId xmlns:a16="http://schemas.microsoft.com/office/drawing/2014/main" id="{867E0F8D-CD95-42E8-B49E-DFFDB4AF11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19600" y="450000"/>
            <a:ext cx="0" cy="5966675"/>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p:cNvSpPr>
            <a:spLocks noGrp="1"/>
          </p:cNvSpPr>
          <p:nvPr>
            <p:ph idx="1"/>
          </p:nvPr>
        </p:nvSpPr>
        <p:spPr>
          <a:xfrm>
            <a:off x="6099048" y="329184"/>
            <a:ext cx="6092952" cy="6089904"/>
          </a:xfrm>
        </p:spPr>
        <p:txBody>
          <a:bodyPr>
            <a:normAutofit fontScale="92500"/>
          </a:bodyPr>
          <a:lstStyle/>
          <a:p>
            <a:r>
              <a:rPr lang="en-IN" b="0" i="0" dirty="0">
                <a:solidFill>
                  <a:schemeClr val="tx1"/>
                </a:solidFill>
                <a:effectLst/>
                <a:latin typeface="verdana" panose="020B0604030504040204" pitchFamily="34" charset="0"/>
              </a:rPr>
              <a:t>Segmentation is a memory management technique in which the memory is divided into the variable size parts. Each part is known as a segment which can be allocated to a process.</a:t>
            </a:r>
          </a:p>
          <a:p>
            <a:r>
              <a:rPr lang="en-IN" b="0" i="0" dirty="0">
                <a:solidFill>
                  <a:schemeClr val="tx1"/>
                </a:solidFill>
                <a:effectLst/>
                <a:latin typeface="verdana" panose="020B0604030504040204" pitchFamily="34" charset="0"/>
              </a:rPr>
              <a:t>Process is divided into different segment, that segment is loaded into memory. </a:t>
            </a:r>
          </a:p>
          <a:p>
            <a:r>
              <a:rPr lang="en-IN" b="0" i="0" dirty="0">
                <a:solidFill>
                  <a:schemeClr val="tx1"/>
                </a:solidFill>
                <a:effectLst/>
                <a:latin typeface="verdana" panose="020B0604030504040204" pitchFamily="34" charset="0"/>
              </a:rPr>
              <a:t>Details about each segment are stored in a table called a segment table.</a:t>
            </a:r>
          </a:p>
          <a:p>
            <a:r>
              <a:rPr lang="en-IN" b="0" i="0" dirty="0">
                <a:solidFill>
                  <a:schemeClr val="tx1"/>
                </a:solidFill>
                <a:effectLst/>
                <a:latin typeface="verdana" panose="020B0604030504040204" pitchFamily="34" charset="0"/>
              </a:rPr>
              <a:t>Segment table contains mainly two information about segment:</a:t>
            </a:r>
          </a:p>
          <a:p>
            <a:r>
              <a:rPr lang="en-IN" dirty="0">
                <a:solidFill>
                  <a:schemeClr val="tx1"/>
                </a:solidFill>
              </a:rPr>
              <a:t>Base: It is the base address of the segment
Limit: It is the length of the segment.</a:t>
            </a:r>
            <a:endParaRPr lang="en-US" dirty="0">
              <a:solidFill>
                <a:schemeClr val="tx1"/>
              </a:solidFill>
            </a:endParaRPr>
          </a:p>
        </p:txBody>
      </p:sp>
    </p:spTree>
    <p:extLst>
      <p:ext uri="{BB962C8B-B14F-4D97-AF65-F5344CB8AC3E}">
        <p14:creationId xmlns:p14="http://schemas.microsoft.com/office/powerpoint/2010/main" val="1972332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839B97-F07D-A446-2C45-B498578D6637}"/>
              </a:ext>
            </a:extLst>
          </p:cNvPr>
          <p:cNvSpPr>
            <a:spLocks noGrp="1"/>
          </p:cNvSpPr>
          <p:nvPr>
            <p:ph idx="1"/>
          </p:nvPr>
        </p:nvSpPr>
        <p:spPr/>
        <p:txBody>
          <a:bodyPr vert="horz" wrap="square" lIns="0" tIns="0" rIns="91440" bIns="0" rtlCol="0" anchor="t">
            <a:normAutofit/>
          </a:bodyPr>
          <a:lstStyle/>
          <a:p>
            <a:pPr marL="449580" indent="-447675"/>
            <a:r>
              <a:rPr lang="en-IN" dirty="0">
                <a:solidFill>
                  <a:schemeClr val="tx1"/>
                </a:solidFill>
                <a:latin typeface="Verdana"/>
                <a:ea typeface="Verdana"/>
              </a:rPr>
              <a:t>Paging is more closer to the Operating system rather than the User. It divides all the processes into the form of pages regardless of the fact that a process can have some relative parts of functions which need to be loaded in the same page.</a:t>
            </a:r>
          </a:p>
          <a:p>
            <a:pPr marL="449580" indent="-447675"/>
            <a:r>
              <a:rPr lang="en-IN" dirty="0">
                <a:solidFill>
                  <a:schemeClr val="tx1"/>
                </a:solidFill>
                <a:latin typeface="verdana"/>
                <a:ea typeface="verdana"/>
              </a:rPr>
              <a:t>S</a:t>
            </a:r>
            <a:r>
              <a:rPr lang="en-IN" b="0" i="0" dirty="0">
                <a:solidFill>
                  <a:schemeClr val="tx1"/>
                </a:solidFill>
                <a:effectLst/>
                <a:latin typeface="verdana"/>
                <a:ea typeface="verdana"/>
              </a:rPr>
              <a:t>egmentation which divides the process</a:t>
            </a:r>
            <a:r>
              <a:rPr lang="en-IN" b="0" i="0" dirty="0">
                <a:solidFill>
                  <a:srgbClr val="333333"/>
                </a:solidFill>
                <a:effectLst/>
                <a:latin typeface="verdana"/>
                <a:ea typeface="verdana"/>
              </a:rPr>
              <a:t> </a:t>
            </a:r>
            <a:r>
              <a:rPr lang="en-IN" b="0" i="0" dirty="0">
                <a:solidFill>
                  <a:schemeClr val="tx1"/>
                </a:solidFill>
                <a:effectLst/>
                <a:latin typeface="verdana"/>
                <a:ea typeface="verdana"/>
              </a:rPr>
              <a:t>into the segments.</a:t>
            </a:r>
          </a:p>
          <a:p>
            <a:pPr marL="449580" indent="-447675"/>
            <a:r>
              <a:rPr lang="en-IN" b="0" i="0" dirty="0">
                <a:solidFill>
                  <a:schemeClr val="tx1"/>
                </a:solidFill>
                <a:effectLst/>
                <a:latin typeface="verdana"/>
                <a:ea typeface="verdana"/>
              </a:rPr>
              <a:t>Each segment contains the same type of functions such as the main function can be included in one segment and the library functions can be included in the other segment.</a:t>
            </a:r>
            <a:endParaRPr lang="en-US" dirty="0">
              <a:solidFill>
                <a:schemeClr val="tx1"/>
              </a:solidFill>
              <a:latin typeface="verdana"/>
              <a:ea typeface="verdana"/>
            </a:endParaRPr>
          </a:p>
        </p:txBody>
      </p:sp>
      <p:sp>
        <p:nvSpPr>
          <p:cNvPr id="5" name="Title">
            <a:extLst>
              <a:ext uri="{FF2B5EF4-FFF2-40B4-BE49-F238E27FC236}">
                <a16:creationId xmlns:a16="http://schemas.microsoft.com/office/drawing/2014/main" id="{A24DCFD5-00C8-0E05-3650-7CDECDCBE695}"/>
              </a:ext>
            </a:extLst>
          </p:cNvPr>
          <p:cNvSpPr txBox="1">
            <a:spLocks noGrp="1"/>
          </p:cNvSpPr>
          <p:nvPr>
            <p:ph type="title"/>
          </p:nvPr>
        </p:nvSpPr>
        <p:spPr>
          <a:prstGeom prst="rect">
            <a:avLst/>
          </a:prstGeom>
        </p:spPr>
        <p:txBody>
          <a:bodyPr vert="horz" wrap="square" lIns="0" tIns="0" rIns="0" bIns="0" rtlCol="0" anchor="t">
            <a:normAutofit/>
          </a:bodyPr>
          <a:lst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a:lstStyle>
          <a:p>
            <a:r>
              <a:rPr lang="en-US" sz="6400" dirty="0"/>
              <a:t>Segmentation</a:t>
            </a:r>
          </a:p>
        </p:txBody>
      </p:sp>
    </p:spTree>
    <p:extLst>
      <p:ext uri="{BB962C8B-B14F-4D97-AF65-F5344CB8AC3E}">
        <p14:creationId xmlns:p14="http://schemas.microsoft.com/office/powerpoint/2010/main" val="271455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671F4A85-0D49-7D43-21A0-67B8591486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4779" y="1966671"/>
            <a:ext cx="8896002" cy="3998933"/>
          </a:xfrm>
        </p:spPr>
      </p:pic>
      <p:sp>
        <p:nvSpPr>
          <p:cNvPr id="5" name="Title">
            <a:extLst>
              <a:ext uri="{FF2B5EF4-FFF2-40B4-BE49-F238E27FC236}">
                <a16:creationId xmlns:a16="http://schemas.microsoft.com/office/drawing/2014/main" id="{83170A23-EBEC-8982-1296-E188E866FE2E}"/>
              </a:ext>
            </a:extLst>
          </p:cNvPr>
          <p:cNvSpPr txBox="1">
            <a:spLocks noGrp="1"/>
          </p:cNvSpPr>
          <p:nvPr>
            <p:ph type="title"/>
          </p:nvPr>
        </p:nvSpPr>
        <p:spPr>
          <a:prstGeom prst="rect">
            <a:avLst/>
          </a:prstGeom>
        </p:spPr>
        <p:txBody>
          <a:bodyPr vert="horz" wrap="square" lIns="0" tIns="0" rIns="0" bIns="0" rtlCol="0" anchor="t">
            <a:normAutofit/>
          </a:bodyPr>
          <a:lst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a:lstStyle>
          <a:p>
            <a:r>
              <a:rPr lang="en-US" sz="6400" dirty="0"/>
              <a:t>Segmentation</a:t>
            </a:r>
          </a:p>
        </p:txBody>
      </p:sp>
    </p:spTree>
    <p:extLst>
      <p:ext uri="{BB962C8B-B14F-4D97-AF65-F5344CB8AC3E}">
        <p14:creationId xmlns:p14="http://schemas.microsoft.com/office/powerpoint/2010/main" val="1073573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979B68-39E5-C9E2-821F-4C226655D45F}"/>
              </a:ext>
            </a:extLst>
          </p:cNvPr>
          <p:cNvSpPr>
            <a:spLocks noGrp="1"/>
          </p:cNvSpPr>
          <p:nvPr>
            <p:ph idx="1"/>
          </p:nvPr>
        </p:nvSpPr>
        <p:spPr/>
        <p:txBody>
          <a:bodyPr/>
          <a:lstStyle/>
          <a:p>
            <a:r>
              <a:rPr lang="en-IN" b="1" dirty="0"/>
              <a:t>CPU generates a logical address which contains two parts:</a:t>
            </a:r>
          </a:p>
          <a:p>
            <a:pPr marL="1944" indent="0">
              <a:buNone/>
            </a:pPr>
            <a:r>
              <a:rPr lang="en-IN" b="1" dirty="0"/>
              <a:t>1) Segment Number
2) Offset</a:t>
            </a:r>
          </a:p>
          <a:p>
            <a:pPr marL="1944" indent="0">
              <a:buNone/>
            </a:pPr>
            <a:endParaRPr lang="en-US" b="1" dirty="0"/>
          </a:p>
        </p:txBody>
      </p:sp>
      <p:sp>
        <p:nvSpPr>
          <p:cNvPr id="5" name="Title">
            <a:extLst>
              <a:ext uri="{FF2B5EF4-FFF2-40B4-BE49-F238E27FC236}">
                <a16:creationId xmlns:a16="http://schemas.microsoft.com/office/drawing/2014/main" id="{74147F00-CB94-6F30-0315-CAD53A4B69A7}"/>
              </a:ext>
            </a:extLst>
          </p:cNvPr>
          <p:cNvSpPr txBox="1">
            <a:spLocks noGrp="1"/>
          </p:cNvSpPr>
          <p:nvPr>
            <p:ph type="title"/>
          </p:nvPr>
        </p:nvSpPr>
        <p:spPr>
          <a:prstGeom prst="rect">
            <a:avLst/>
          </a:prstGeom>
        </p:spPr>
        <p:txBody>
          <a:bodyPr vert="horz" wrap="square" lIns="0" tIns="0" rIns="0" bIns="0" rtlCol="0" anchor="t">
            <a:normAutofit/>
          </a:bodyPr>
          <a:lst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a:lstStyle>
          <a:p>
            <a:r>
              <a:rPr lang="en-IN" sz="6400" dirty="0"/>
              <a:t>Segmentation-Address Generation</a:t>
            </a:r>
            <a:endParaRPr lang="en-US" sz="6400" dirty="0"/>
          </a:p>
        </p:txBody>
      </p:sp>
    </p:spTree>
    <p:extLst>
      <p:ext uri="{BB962C8B-B14F-4D97-AF65-F5344CB8AC3E}">
        <p14:creationId xmlns:p14="http://schemas.microsoft.com/office/powerpoint/2010/main" val="2415422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4C43A3-0B24-7DA7-F52E-46CBF4AB5F33}"/>
              </a:ext>
            </a:extLst>
          </p:cNvPr>
          <p:cNvSpPr>
            <a:spLocks noGrp="1"/>
          </p:cNvSpPr>
          <p:nvPr>
            <p:ph idx="1"/>
          </p:nvPr>
        </p:nvSpPr>
        <p:spPr>
          <a:xfrm>
            <a:off x="1023720" y="833660"/>
            <a:ext cx="11457596" cy="5926543"/>
          </a:xfrm>
        </p:spPr>
        <p:txBody>
          <a:bodyPr/>
          <a:lstStyle/>
          <a:p>
            <a:r>
              <a:rPr lang="en-IN" b="0" i="0" dirty="0">
                <a:solidFill>
                  <a:schemeClr val="tx1"/>
                </a:solidFill>
                <a:effectLst/>
                <a:latin typeface="verdana" panose="020B0604030504040204" pitchFamily="34" charset="0"/>
              </a:rPr>
              <a:t>When a program is loaded into memory, the segmentation system tries to locate space that is large enough to hold the first segment of the process, space information is obtained from the free list maintained by memory manager. Then it tries to locate space for other segments.</a:t>
            </a:r>
            <a:endParaRPr lang="en-US" dirty="0">
              <a:solidFill>
                <a:schemeClr val="tx1"/>
              </a:solidFill>
            </a:endParaRPr>
          </a:p>
        </p:txBody>
      </p:sp>
      <p:sp>
        <p:nvSpPr>
          <p:cNvPr id="5" name="Title">
            <a:extLst>
              <a:ext uri="{FF2B5EF4-FFF2-40B4-BE49-F238E27FC236}">
                <a16:creationId xmlns:a16="http://schemas.microsoft.com/office/drawing/2014/main" id="{D3DD60AF-CDD1-4257-4119-CDB75AC287B2}"/>
              </a:ext>
            </a:extLst>
          </p:cNvPr>
          <p:cNvSpPr txBox="1">
            <a:spLocks noGrp="1"/>
          </p:cNvSpPr>
          <p:nvPr>
            <p:ph type="title"/>
          </p:nvPr>
        </p:nvSpPr>
        <p:spPr>
          <a:xfrm>
            <a:off x="445008" y="36674"/>
            <a:ext cx="11301984" cy="796986"/>
          </a:xfrm>
          <a:prstGeom prst="rect">
            <a:avLst/>
          </a:prstGeom>
        </p:spPr>
        <p:txBody>
          <a:bodyPr vert="horz" wrap="square" lIns="0" tIns="0" rIns="0" bIns="0" rtlCol="0" anchor="t">
            <a:normAutofit fontScale="90000"/>
          </a:bodyPr>
          <a:lst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a:lstStyle>
          <a:p>
            <a:r>
              <a:rPr lang="en-US" sz="6400" dirty="0"/>
              <a:t>Segmentation</a:t>
            </a:r>
          </a:p>
        </p:txBody>
      </p:sp>
      <p:pic>
        <p:nvPicPr>
          <p:cNvPr id="8" name="Picture 8">
            <a:extLst>
              <a:ext uri="{FF2B5EF4-FFF2-40B4-BE49-F238E27FC236}">
                <a16:creationId xmlns:a16="http://schemas.microsoft.com/office/drawing/2014/main" id="{568B1279-88B4-F056-DA5D-2A8E15B85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2949" y="2603840"/>
            <a:ext cx="7070506" cy="3997443"/>
          </a:xfrm>
          <a:prstGeom prst="rect">
            <a:avLst/>
          </a:prstGeom>
        </p:spPr>
      </p:pic>
    </p:spTree>
    <p:extLst>
      <p:ext uri="{BB962C8B-B14F-4D97-AF65-F5344CB8AC3E}">
        <p14:creationId xmlns:p14="http://schemas.microsoft.com/office/powerpoint/2010/main" val="2709346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47395-F5D0-372D-5B44-EF4BCEA336C0}"/>
              </a:ext>
            </a:extLst>
          </p:cNvPr>
          <p:cNvSpPr>
            <a:spLocks noGrp="1"/>
          </p:cNvSpPr>
          <p:nvPr>
            <p:ph type="title"/>
          </p:nvPr>
        </p:nvSpPr>
        <p:spPr/>
        <p:txBody>
          <a:bodyPr/>
          <a:lstStyle/>
          <a:p>
            <a:r>
              <a:rPr lang="en-IN" dirty="0"/>
              <a:t>Segmentation Hardware</a:t>
            </a:r>
            <a:endParaRPr lang="en-US" dirty="0"/>
          </a:p>
        </p:txBody>
      </p:sp>
      <p:sp>
        <p:nvSpPr>
          <p:cNvPr id="3" name="Content Placeholder 2">
            <a:extLst>
              <a:ext uri="{FF2B5EF4-FFF2-40B4-BE49-F238E27FC236}">
                <a16:creationId xmlns:a16="http://schemas.microsoft.com/office/drawing/2014/main" id="{DB815394-1E12-7ABA-40A3-316147267C28}"/>
              </a:ext>
            </a:extLst>
          </p:cNvPr>
          <p:cNvSpPr>
            <a:spLocks noGrp="1"/>
          </p:cNvSpPr>
          <p:nvPr>
            <p:ph idx="1"/>
          </p:nvPr>
        </p:nvSpPr>
        <p:spPr/>
        <p:txBody>
          <a:bodyPr>
            <a:normAutofit fontScale="92500"/>
          </a:bodyPr>
          <a:lstStyle/>
          <a:p>
            <a:r>
              <a:rPr lang="en-IN" b="1" dirty="0">
                <a:solidFill>
                  <a:schemeClr val="tx1">
                    <a:alpha val="55000"/>
                  </a:schemeClr>
                </a:solidFill>
              </a:rPr>
              <a:t> Each entry of the segment table has a segment base and a segment limit. The segment base contains the starting  physical address where the segment resides in memory, whereas the segment limit specifies the length of the segment.</a:t>
            </a:r>
          </a:p>
          <a:p>
            <a:r>
              <a:rPr lang="en-US" b="1" dirty="0">
                <a:solidFill>
                  <a:schemeClr val="tx1">
                    <a:alpha val="55000"/>
                  </a:schemeClr>
                </a:solidFill>
              </a:rPr>
              <a:t>A logical address consists of two parts: a segment number, s, and an offset into that segment, d. </a:t>
            </a:r>
          </a:p>
          <a:p>
            <a:r>
              <a:rPr lang="en-US" b="1" dirty="0">
                <a:solidFill>
                  <a:schemeClr val="tx1">
                    <a:alpha val="55000"/>
                  </a:schemeClr>
                </a:solidFill>
              </a:rPr>
              <a:t>The segment number is used as an index into the segment table. The offset d of the logical address must be between 0 and the segment limit. If it is not, we trap to the operating system (logical addressing attempt beyond end of segment). </a:t>
            </a:r>
            <a:endParaRPr lang="en-IN" b="1" dirty="0">
              <a:solidFill>
                <a:schemeClr val="tx1">
                  <a:alpha val="55000"/>
                </a:schemeClr>
              </a:solidFill>
            </a:endParaRPr>
          </a:p>
          <a:p>
            <a:r>
              <a:rPr lang="en-US" b="1" dirty="0">
                <a:solidFill>
                  <a:schemeClr val="tx1">
                    <a:alpha val="55000"/>
                  </a:schemeClr>
                </a:solidFill>
              </a:rPr>
              <a:t>If this offset is legal, it is added to the segment base to produce the address in physical memory of the desired byte. The segment table is thus essentially an array of base-limit register pairs</a:t>
            </a:r>
          </a:p>
        </p:txBody>
      </p:sp>
    </p:spTree>
    <p:extLst>
      <p:ext uri="{BB962C8B-B14F-4D97-AF65-F5344CB8AC3E}">
        <p14:creationId xmlns:p14="http://schemas.microsoft.com/office/powerpoint/2010/main" val="3758478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CF239B3D-B922-8D69-727C-D82515C524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84472" y="1735138"/>
            <a:ext cx="5619880" cy="3783012"/>
          </a:xfrm>
        </p:spPr>
      </p:pic>
      <p:sp>
        <p:nvSpPr>
          <p:cNvPr id="5" name="Title 1">
            <a:extLst>
              <a:ext uri="{FF2B5EF4-FFF2-40B4-BE49-F238E27FC236}">
                <a16:creationId xmlns:a16="http://schemas.microsoft.com/office/drawing/2014/main" id="{0C7AC451-4B6D-BE7B-83D0-9D99645A1BF9}"/>
              </a:ext>
            </a:extLst>
          </p:cNvPr>
          <p:cNvSpPr txBox="1">
            <a:spLocks noGrp="1"/>
          </p:cNvSpPr>
          <p:nvPr>
            <p:ph type="title"/>
          </p:nvPr>
        </p:nvSpPr>
        <p:spPr>
          <a:prstGeom prst="rect">
            <a:avLst/>
          </a:prstGeom>
        </p:spPr>
        <p:txBody>
          <a:bodyPr vert="horz" wrap="square" lIns="0" tIns="0" rIns="0" bIns="0" rtlCol="0" anchor="t">
            <a:normAutofit/>
          </a:bodyPr>
          <a:lst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a:lstStyle>
          <a:p>
            <a:r>
              <a:rPr lang="en-IN" dirty="0"/>
              <a:t>Segmentation Hardware</a:t>
            </a:r>
            <a:endParaRPr lang="en-US" dirty="0"/>
          </a:p>
        </p:txBody>
      </p:sp>
    </p:spTree>
    <p:extLst>
      <p:ext uri="{BB962C8B-B14F-4D97-AF65-F5344CB8AC3E}">
        <p14:creationId xmlns:p14="http://schemas.microsoft.com/office/powerpoint/2010/main" val="2879429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13D8C4-85D5-F5F4-1351-BDEDE434474B}"/>
              </a:ext>
            </a:extLst>
          </p:cNvPr>
          <p:cNvSpPr>
            <a:spLocks noGrp="1"/>
          </p:cNvSpPr>
          <p:nvPr>
            <p:ph idx="1"/>
          </p:nvPr>
        </p:nvSpPr>
        <p:spPr/>
        <p:txBody>
          <a:bodyPr/>
          <a:lstStyle/>
          <a:p>
            <a:r>
              <a:rPr lang="en-IN" dirty="0"/>
              <a:t>Segment number is mapped to the segment table. The limit of the respective segment is compared with the offset. If the offset is less than the limit then the address is valid otherwise it throws an error as the address is </a:t>
            </a:r>
            <a:r>
              <a:rPr lang="en-IN"/>
              <a:t>invalid.</a:t>
            </a:r>
            <a:r>
              <a:rPr lang="en-IN" dirty="0"/>
              <a:t>
In the case of valid addresses, the base address of the segment is added to the offset to get the physical address of the actual word in the main memory.</a:t>
            </a:r>
            <a:endParaRPr lang="en-US" dirty="0"/>
          </a:p>
        </p:txBody>
      </p:sp>
      <p:sp>
        <p:nvSpPr>
          <p:cNvPr id="5" name="Title">
            <a:extLst>
              <a:ext uri="{FF2B5EF4-FFF2-40B4-BE49-F238E27FC236}">
                <a16:creationId xmlns:a16="http://schemas.microsoft.com/office/drawing/2014/main" id="{EB0B3873-5D17-C3E5-CF32-A3946A4B3708}"/>
              </a:ext>
            </a:extLst>
          </p:cNvPr>
          <p:cNvSpPr txBox="1">
            <a:spLocks noGrp="1"/>
          </p:cNvSpPr>
          <p:nvPr>
            <p:ph type="title"/>
          </p:nvPr>
        </p:nvSpPr>
        <p:spPr>
          <a:prstGeom prst="rect">
            <a:avLst/>
          </a:prstGeom>
        </p:spPr>
        <p:txBody>
          <a:bodyPr vert="horz" wrap="square" lIns="0" tIns="0" rIns="0" bIns="0" rtlCol="0" anchor="t">
            <a:normAutofit/>
          </a:bodyPr>
          <a:lst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a:lstStyle>
          <a:p>
            <a:r>
              <a:rPr lang="en-US" sz="6400" dirty="0"/>
              <a:t>Segmentation</a:t>
            </a:r>
          </a:p>
        </p:txBody>
      </p:sp>
    </p:spTree>
    <p:extLst>
      <p:ext uri="{BB962C8B-B14F-4D97-AF65-F5344CB8AC3E}">
        <p14:creationId xmlns:p14="http://schemas.microsoft.com/office/powerpoint/2010/main" val="710078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5E158-46E9-4EAE-AA7C-ABFBDE441CA8}"/>
              </a:ext>
            </a:extLst>
          </p:cNvPr>
          <p:cNvSpPr>
            <a:spLocks noGrp="1"/>
          </p:cNvSpPr>
          <p:nvPr>
            <p:ph type="title"/>
          </p:nvPr>
        </p:nvSpPr>
        <p:spPr/>
        <p:txBody>
          <a:bodyPr/>
          <a:lstStyle/>
          <a:p>
            <a:r>
              <a:rPr lang="en-IN" dirty="0"/>
              <a:t>Segmentation with paging (paged segmentation)</a:t>
            </a:r>
            <a:endParaRPr lang="en-US" dirty="0"/>
          </a:p>
        </p:txBody>
      </p:sp>
      <p:sp>
        <p:nvSpPr>
          <p:cNvPr id="3" name="Content Placeholder 2">
            <a:extLst>
              <a:ext uri="{FF2B5EF4-FFF2-40B4-BE49-F238E27FC236}">
                <a16:creationId xmlns:a16="http://schemas.microsoft.com/office/drawing/2014/main" id="{04E40903-648E-8BC3-F1A2-4A8EB365B816}"/>
              </a:ext>
            </a:extLst>
          </p:cNvPr>
          <p:cNvSpPr>
            <a:spLocks noGrp="1"/>
          </p:cNvSpPr>
          <p:nvPr>
            <p:ph idx="1"/>
          </p:nvPr>
        </p:nvSpPr>
        <p:spPr/>
        <p:txBody>
          <a:bodyPr>
            <a:normAutofit/>
          </a:bodyPr>
          <a:lstStyle/>
          <a:p>
            <a:r>
              <a:rPr lang="en-US" dirty="0"/>
              <a:t>A program is divided into segments (like code, data, stack, etc.).</a:t>
            </a:r>
          </a:p>
          <a:p>
            <a:r>
              <a:rPr lang="en-US" dirty="0"/>
              <a:t>Each segment is further divided into pages of equal size.</a:t>
            </a:r>
          </a:p>
          <a:p>
            <a:r>
              <a:rPr lang="en-US" dirty="0"/>
              <a:t>Physical memory is divided into frames, just like in paging.</a:t>
            </a:r>
          </a:p>
          <a:p>
            <a:r>
              <a:rPr lang="en-IN" dirty="0"/>
              <a:t>Pages are smaller than segments.
Each Segment has a page table which means every program has multiple page tables.
The logical address is represented as Segment Number (base address), Page number and page offset.</a:t>
            </a:r>
          </a:p>
        </p:txBody>
      </p:sp>
    </p:spTree>
    <p:extLst>
      <p:ext uri="{BB962C8B-B14F-4D97-AF65-F5344CB8AC3E}">
        <p14:creationId xmlns:p14="http://schemas.microsoft.com/office/powerpoint/2010/main" val="2749556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87C3D5-1ED3-B1DE-3CE6-0FBE9B541E1C}"/>
              </a:ext>
            </a:extLst>
          </p:cNvPr>
          <p:cNvSpPr>
            <a:spLocks noGrp="1"/>
          </p:cNvSpPr>
          <p:nvPr>
            <p:ph idx="1"/>
          </p:nvPr>
        </p:nvSpPr>
        <p:spPr>
          <a:xfrm>
            <a:off x="448056" y="556181"/>
            <a:ext cx="11293200" cy="5693789"/>
          </a:xfrm>
        </p:spPr>
        <p:txBody>
          <a:bodyPr>
            <a:normAutofit/>
          </a:bodyPr>
          <a:lstStyle/>
          <a:p>
            <a:pPr fontAlgn="base"/>
            <a:r>
              <a:rPr lang="en-US" dirty="0"/>
              <a:t>In paged segmentation,</a:t>
            </a:r>
          </a:p>
          <a:p>
            <a:pPr fontAlgn="base"/>
            <a:r>
              <a:rPr lang="en-US" dirty="0"/>
              <a:t>Process is first divided into segments and then each segment is divided into pages.</a:t>
            </a:r>
          </a:p>
          <a:p>
            <a:pPr fontAlgn="base"/>
            <a:r>
              <a:rPr lang="en-US" dirty="0"/>
              <a:t>These pages are then stored in the frames of main memory.</a:t>
            </a:r>
          </a:p>
          <a:p>
            <a:pPr fontAlgn="base"/>
            <a:r>
              <a:rPr lang="en-US" dirty="0"/>
              <a:t>A page table exists for each segment that keeps track of the frames storing the pages of that segment.</a:t>
            </a:r>
          </a:p>
          <a:p>
            <a:pPr fontAlgn="base"/>
            <a:r>
              <a:rPr lang="en-US" dirty="0"/>
              <a:t>Number of entries in the page table of a segment = Number of pages that segment is divided.</a:t>
            </a:r>
          </a:p>
          <a:p>
            <a:pPr fontAlgn="base"/>
            <a:r>
              <a:rPr lang="en-US" dirty="0"/>
              <a:t>Number of entries in the segment table of a process = Number of segments that process is divided.</a:t>
            </a:r>
          </a:p>
          <a:p>
            <a:pPr fontAlgn="base"/>
            <a:r>
              <a:rPr lang="en-US" dirty="0"/>
              <a:t>The base address of the segment table is stored in the segment table base register.</a:t>
            </a:r>
          </a:p>
          <a:p>
            <a:endParaRPr lang="en-IN" dirty="0"/>
          </a:p>
        </p:txBody>
      </p:sp>
    </p:spTree>
    <p:extLst>
      <p:ext uri="{BB962C8B-B14F-4D97-AF65-F5344CB8AC3E}">
        <p14:creationId xmlns:p14="http://schemas.microsoft.com/office/powerpoint/2010/main" val="1062330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1A6BB9-7F67-4B71-8CD2-C099CF4556CC}"/>
              </a:ext>
            </a:extLst>
          </p:cNvPr>
          <p:cNvSpPr>
            <a:spLocks noGrp="1"/>
          </p:cNvSpPr>
          <p:nvPr>
            <p:ph idx="1"/>
          </p:nvPr>
        </p:nvSpPr>
        <p:spPr/>
        <p:txBody>
          <a:bodyPr/>
          <a:lstStyle/>
          <a:p>
            <a:pPr marL="1944" indent="0">
              <a:buNone/>
            </a:pPr>
            <a:r>
              <a:rPr lang="en-IN" b="1" dirty="0"/>
              <a:t>Segment Number </a:t>
            </a:r>
            <a:r>
              <a:rPr lang="en-IN" dirty="0"/>
              <a:t>→ It points to the appropriate Segment Number.</a:t>
            </a:r>
          </a:p>
          <a:p>
            <a:pPr marL="1944" indent="0">
              <a:buNone/>
            </a:pPr>
            <a:r>
              <a:rPr lang="en-IN" b="1" dirty="0"/>
              <a:t>Page Number</a:t>
            </a:r>
            <a:r>
              <a:rPr lang="en-IN" dirty="0"/>
              <a:t> → It Points to the exact page within the segment</a:t>
            </a:r>
          </a:p>
          <a:p>
            <a:pPr marL="1944" indent="0">
              <a:buNone/>
            </a:pPr>
            <a:r>
              <a:rPr lang="en-IN" b="1" dirty="0"/>
              <a:t>Page Offset</a:t>
            </a:r>
            <a:r>
              <a:rPr lang="en-IN" dirty="0"/>
              <a:t> → Used as an offset within the page frame</a:t>
            </a:r>
          </a:p>
          <a:p>
            <a:pPr marL="1944" indent="0">
              <a:buNone/>
            </a:pPr>
            <a:endParaRPr lang="en-IN" dirty="0"/>
          </a:p>
          <a:p>
            <a:endParaRPr lang="en-US" dirty="0"/>
          </a:p>
        </p:txBody>
      </p:sp>
      <p:sp>
        <p:nvSpPr>
          <p:cNvPr id="5" name="Title 1">
            <a:extLst>
              <a:ext uri="{FF2B5EF4-FFF2-40B4-BE49-F238E27FC236}">
                <a16:creationId xmlns:a16="http://schemas.microsoft.com/office/drawing/2014/main" id="{8F129754-EC08-5071-B7BC-BC0413A76806}"/>
              </a:ext>
            </a:extLst>
          </p:cNvPr>
          <p:cNvSpPr txBox="1">
            <a:spLocks noGrp="1"/>
          </p:cNvSpPr>
          <p:nvPr>
            <p:ph type="title"/>
          </p:nvPr>
        </p:nvSpPr>
        <p:spPr>
          <a:prstGeom prst="rect">
            <a:avLst/>
          </a:prstGeom>
        </p:spPr>
        <p:txBody>
          <a:bodyPr vert="horz" wrap="square" lIns="0" tIns="0" rIns="0" bIns="0" rtlCol="0" anchor="t">
            <a:normAutofit/>
          </a:bodyPr>
          <a:lst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a:lstStyle>
          <a:p>
            <a:r>
              <a:rPr lang="en-IN" dirty="0"/>
              <a:t>Segmentation with paging</a:t>
            </a:r>
            <a:endParaRPr lang="en-US" dirty="0"/>
          </a:p>
        </p:txBody>
      </p:sp>
    </p:spTree>
    <p:extLst>
      <p:ext uri="{BB962C8B-B14F-4D97-AF65-F5344CB8AC3E}">
        <p14:creationId xmlns:p14="http://schemas.microsoft.com/office/powerpoint/2010/main" val="2818991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EF49EC1-9192-00E2-111A-277B4A9662A0}"/>
              </a:ext>
            </a:extLst>
          </p:cNvPr>
          <p:cNvGraphicFramePr>
            <a:graphicFrameLocks noGrp="1"/>
          </p:cNvGraphicFramePr>
          <p:nvPr>
            <p:ph idx="1"/>
            <p:extLst>
              <p:ext uri="{D42A27DB-BD31-4B8C-83A1-F6EECF244321}">
                <p14:modId xmlns:p14="http://schemas.microsoft.com/office/powerpoint/2010/main" val="848206854"/>
              </p:ext>
            </p:extLst>
          </p:nvPr>
        </p:nvGraphicFramePr>
        <p:xfrm>
          <a:off x="447675" y="2483644"/>
          <a:ext cx="11293476" cy="2286000"/>
        </p:xfrm>
        <a:graphic>
          <a:graphicData uri="http://schemas.openxmlformats.org/drawingml/2006/table">
            <a:tbl>
              <a:tblPr/>
              <a:tblGrid>
                <a:gridCol w="2823369">
                  <a:extLst>
                    <a:ext uri="{9D8B030D-6E8A-4147-A177-3AD203B41FA5}">
                      <a16:colId xmlns:a16="http://schemas.microsoft.com/office/drawing/2014/main" val="958469399"/>
                    </a:ext>
                  </a:extLst>
                </a:gridCol>
                <a:gridCol w="2823369">
                  <a:extLst>
                    <a:ext uri="{9D8B030D-6E8A-4147-A177-3AD203B41FA5}">
                      <a16:colId xmlns:a16="http://schemas.microsoft.com/office/drawing/2014/main" val="1498195108"/>
                    </a:ext>
                  </a:extLst>
                </a:gridCol>
                <a:gridCol w="2823369">
                  <a:extLst>
                    <a:ext uri="{9D8B030D-6E8A-4147-A177-3AD203B41FA5}">
                      <a16:colId xmlns:a16="http://schemas.microsoft.com/office/drawing/2014/main" val="1327799936"/>
                    </a:ext>
                  </a:extLst>
                </a:gridCol>
                <a:gridCol w="2823369">
                  <a:extLst>
                    <a:ext uri="{9D8B030D-6E8A-4147-A177-3AD203B41FA5}">
                      <a16:colId xmlns:a16="http://schemas.microsoft.com/office/drawing/2014/main" val="1734650325"/>
                    </a:ext>
                  </a:extLst>
                </a:gridCol>
              </a:tblGrid>
              <a:tr h="365760">
                <a:tc>
                  <a:txBody>
                    <a:bodyPr/>
                    <a:lstStyle/>
                    <a:p>
                      <a:pPr>
                        <a:buNone/>
                      </a:pPr>
                      <a:r>
                        <a:rPr lang="en-IN" sz="1800"/>
                        <a:t>Segment</a:t>
                      </a:r>
                    </a:p>
                  </a:txBody>
                  <a:tcPr anchor="ctr">
                    <a:lnL>
                      <a:noFill/>
                    </a:lnL>
                    <a:lnR>
                      <a:noFill/>
                    </a:lnR>
                    <a:lnT>
                      <a:noFill/>
                    </a:lnT>
                    <a:lnB>
                      <a:noFill/>
                    </a:lnB>
                    <a:noFill/>
                  </a:tcPr>
                </a:tc>
                <a:tc>
                  <a:txBody>
                    <a:bodyPr/>
                    <a:lstStyle/>
                    <a:p>
                      <a:pPr>
                        <a:buNone/>
                      </a:pPr>
                      <a:r>
                        <a:rPr lang="en-IN" sz="1800"/>
                        <a:t>Description</a:t>
                      </a:r>
                    </a:p>
                  </a:txBody>
                  <a:tcPr anchor="ctr">
                    <a:lnL>
                      <a:noFill/>
                    </a:lnL>
                    <a:lnR>
                      <a:noFill/>
                    </a:lnR>
                    <a:lnT>
                      <a:noFill/>
                    </a:lnT>
                    <a:lnB>
                      <a:noFill/>
                    </a:lnB>
                    <a:noFill/>
                  </a:tcPr>
                </a:tc>
                <a:tc>
                  <a:txBody>
                    <a:bodyPr/>
                    <a:lstStyle/>
                    <a:p>
                      <a:pPr>
                        <a:buNone/>
                      </a:pPr>
                      <a:r>
                        <a:rPr lang="en-IN" sz="1800"/>
                        <a:t>Pages</a:t>
                      </a:r>
                    </a:p>
                  </a:txBody>
                  <a:tcPr anchor="ctr">
                    <a:lnL>
                      <a:noFill/>
                    </a:lnL>
                    <a:lnR>
                      <a:noFill/>
                    </a:lnR>
                    <a:lnT>
                      <a:noFill/>
                    </a:lnT>
                    <a:lnB>
                      <a:noFill/>
                    </a:lnB>
                    <a:noFill/>
                  </a:tcPr>
                </a:tc>
                <a:tc>
                  <a:txBody>
                    <a:bodyPr/>
                    <a:lstStyle/>
                    <a:p>
                      <a:pPr>
                        <a:buNone/>
                      </a:pPr>
                      <a:r>
                        <a:rPr lang="en-IN" sz="1800" dirty="0"/>
                        <a:t>Has page table?</a:t>
                      </a:r>
                    </a:p>
                  </a:txBody>
                  <a:tcPr anchor="ctr">
                    <a:lnL>
                      <a:noFill/>
                    </a:lnL>
                    <a:lnR>
                      <a:noFill/>
                    </a:lnR>
                    <a:lnT>
                      <a:noFill/>
                    </a:lnT>
                    <a:lnB>
                      <a:noFill/>
                    </a:lnB>
                    <a:noFill/>
                  </a:tcPr>
                </a:tc>
                <a:extLst>
                  <a:ext uri="{0D108BD9-81ED-4DB2-BD59-A6C34878D82A}">
                    <a16:rowId xmlns:a16="http://schemas.microsoft.com/office/drawing/2014/main" val="1053514279"/>
                  </a:ext>
                </a:extLst>
              </a:tr>
              <a:tr h="640080">
                <a:tc>
                  <a:txBody>
                    <a:bodyPr/>
                    <a:lstStyle/>
                    <a:p>
                      <a:pPr>
                        <a:buNone/>
                      </a:pPr>
                      <a:r>
                        <a:rPr lang="en-IN" sz="1800"/>
                        <a:t>0</a:t>
                      </a:r>
                    </a:p>
                  </a:txBody>
                  <a:tcPr anchor="ctr">
                    <a:lnL>
                      <a:noFill/>
                    </a:lnL>
                    <a:lnR>
                      <a:noFill/>
                    </a:lnR>
                    <a:lnT>
                      <a:noFill/>
                    </a:lnT>
                    <a:lnB>
                      <a:noFill/>
                    </a:lnB>
                    <a:noFill/>
                  </a:tcPr>
                </a:tc>
                <a:tc>
                  <a:txBody>
                    <a:bodyPr/>
                    <a:lstStyle/>
                    <a:p>
                      <a:pPr>
                        <a:buNone/>
                      </a:pPr>
                      <a:r>
                        <a:rPr lang="en-IN" sz="1800"/>
                        <a:t>Code</a:t>
                      </a:r>
                    </a:p>
                  </a:txBody>
                  <a:tcPr anchor="ctr">
                    <a:lnL>
                      <a:noFill/>
                    </a:lnL>
                    <a:lnR>
                      <a:noFill/>
                    </a:lnR>
                    <a:lnT>
                      <a:noFill/>
                    </a:lnT>
                    <a:lnB>
                      <a:noFill/>
                    </a:lnB>
                    <a:noFill/>
                  </a:tcPr>
                </a:tc>
                <a:tc>
                  <a:txBody>
                    <a:bodyPr/>
                    <a:lstStyle/>
                    <a:p>
                      <a:pPr>
                        <a:buNone/>
                      </a:pPr>
                      <a:r>
                        <a:rPr lang="en-IN" sz="1800"/>
                        <a:t>8 pages</a:t>
                      </a:r>
                    </a:p>
                  </a:txBody>
                  <a:tcPr anchor="ctr">
                    <a:lnL>
                      <a:noFill/>
                    </a:lnL>
                    <a:lnR>
                      <a:noFill/>
                    </a:lnR>
                    <a:lnT>
                      <a:noFill/>
                    </a:lnT>
                    <a:lnB>
                      <a:noFill/>
                    </a:lnB>
                    <a:noFill/>
                  </a:tcPr>
                </a:tc>
                <a:tc>
                  <a:txBody>
                    <a:bodyPr/>
                    <a:lstStyle/>
                    <a:p>
                      <a:pPr>
                        <a:buNone/>
                      </a:pPr>
                      <a:r>
                        <a:rPr lang="en-IN" sz="1800" dirty="0"/>
                        <a:t>One page table (8 entries)</a:t>
                      </a:r>
                    </a:p>
                  </a:txBody>
                  <a:tcPr anchor="ctr">
                    <a:lnL>
                      <a:noFill/>
                    </a:lnL>
                    <a:lnR>
                      <a:noFill/>
                    </a:lnR>
                    <a:lnT>
                      <a:noFill/>
                    </a:lnT>
                    <a:lnB>
                      <a:noFill/>
                    </a:lnB>
                    <a:noFill/>
                  </a:tcPr>
                </a:tc>
                <a:extLst>
                  <a:ext uri="{0D108BD9-81ED-4DB2-BD59-A6C34878D82A}">
                    <a16:rowId xmlns:a16="http://schemas.microsoft.com/office/drawing/2014/main" val="1271252410"/>
                  </a:ext>
                </a:extLst>
              </a:tr>
              <a:tr h="640080">
                <a:tc>
                  <a:txBody>
                    <a:bodyPr/>
                    <a:lstStyle/>
                    <a:p>
                      <a:pPr>
                        <a:buNone/>
                      </a:pPr>
                      <a:r>
                        <a:rPr lang="en-IN" sz="1800"/>
                        <a:t>1</a:t>
                      </a:r>
                    </a:p>
                  </a:txBody>
                  <a:tcPr anchor="ctr">
                    <a:lnL>
                      <a:noFill/>
                    </a:lnL>
                    <a:lnR>
                      <a:noFill/>
                    </a:lnR>
                    <a:lnT>
                      <a:noFill/>
                    </a:lnT>
                    <a:lnB>
                      <a:noFill/>
                    </a:lnB>
                    <a:noFill/>
                  </a:tcPr>
                </a:tc>
                <a:tc>
                  <a:txBody>
                    <a:bodyPr/>
                    <a:lstStyle/>
                    <a:p>
                      <a:pPr>
                        <a:buNone/>
                      </a:pPr>
                      <a:r>
                        <a:rPr lang="en-IN" sz="1800"/>
                        <a:t>Data</a:t>
                      </a:r>
                    </a:p>
                  </a:txBody>
                  <a:tcPr anchor="ctr">
                    <a:lnL>
                      <a:noFill/>
                    </a:lnL>
                    <a:lnR>
                      <a:noFill/>
                    </a:lnR>
                    <a:lnT>
                      <a:noFill/>
                    </a:lnT>
                    <a:lnB>
                      <a:noFill/>
                    </a:lnB>
                    <a:noFill/>
                  </a:tcPr>
                </a:tc>
                <a:tc>
                  <a:txBody>
                    <a:bodyPr/>
                    <a:lstStyle/>
                    <a:p>
                      <a:pPr>
                        <a:buNone/>
                      </a:pPr>
                      <a:r>
                        <a:rPr lang="en-IN" sz="1800"/>
                        <a:t>4 pages</a:t>
                      </a:r>
                    </a:p>
                  </a:txBody>
                  <a:tcPr anchor="ctr">
                    <a:lnL>
                      <a:noFill/>
                    </a:lnL>
                    <a:lnR>
                      <a:noFill/>
                    </a:lnR>
                    <a:lnT>
                      <a:noFill/>
                    </a:lnT>
                    <a:lnB>
                      <a:noFill/>
                    </a:lnB>
                    <a:noFill/>
                  </a:tcPr>
                </a:tc>
                <a:tc>
                  <a:txBody>
                    <a:bodyPr/>
                    <a:lstStyle/>
                    <a:p>
                      <a:pPr>
                        <a:buNone/>
                      </a:pPr>
                      <a:r>
                        <a:rPr lang="en-IN" sz="1800" dirty="0"/>
                        <a:t> One page table (4 entries)</a:t>
                      </a:r>
                    </a:p>
                  </a:txBody>
                  <a:tcPr anchor="ctr">
                    <a:lnL>
                      <a:noFill/>
                    </a:lnL>
                    <a:lnR>
                      <a:noFill/>
                    </a:lnR>
                    <a:lnT>
                      <a:noFill/>
                    </a:lnT>
                    <a:lnB>
                      <a:noFill/>
                    </a:lnB>
                    <a:noFill/>
                  </a:tcPr>
                </a:tc>
                <a:extLst>
                  <a:ext uri="{0D108BD9-81ED-4DB2-BD59-A6C34878D82A}">
                    <a16:rowId xmlns:a16="http://schemas.microsoft.com/office/drawing/2014/main" val="895336173"/>
                  </a:ext>
                </a:extLst>
              </a:tr>
              <a:tr h="640080">
                <a:tc>
                  <a:txBody>
                    <a:bodyPr/>
                    <a:lstStyle/>
                    <a:p>
                      <a:pPr>
                        <a:buNone/>
                      </a:pPr>
                      <a:r>
                        <a:rPr lang="en-IN" sz="1800"/>
                        <a:t>2</a:t>
                      </a:r>
                    </a:p>
                  </a:txBody>
                  <a:tcPr anchor="ctr">
                    <a:lnL>
                      <a:noFill/>
                    </a:lnL>
                    <a:lnR>
                      <a:noFill/>
                    </a:lnR>
                    <a:lnT>
                      <a:noFill/>
                    </a:lnT>
                    <a:lnB>
                      <a:noFill/>
                    </a:lnB>
                    <a:noFill/>
                  </a:tcPr>
                </a:tc>
                <a:tc>
                  <a:txBody>
                    <a:bodyPr/>
                    <a:lstStyle/>
                    <a:p>
                      <a:pPr>
                        <a:buNone/>
                      </a:pPr>
                      <a:r>
                        <a:rPr lang="en-IN" sz="1800"/>
                        <a:t>Stack</a:t>
                      </a:r>
                    </a:p>
                  </a:txBody>
                  <a:tcPr anchor="ctr">
                    <a:lnL>
                      <a:noFill/>
                    </a:lnL>
                    <a:lnR>
                      <a:noFill/>
                    </a:lnR>
                    <a:lnT>
                      <a:noFill/>
                    </a:lnT>
                    <a:lnB>
                      <a:noFill/>
                    </a:lnB>
                    <a:noFill/>
                  </a:tcPr>
                </a:tc>
                <a:tc>
                  <a:txBody>
                    <a:bodyPr/>
                    <a:lstStyle/>
                    <a:p>
                      <a:pPr>
                        <a:buNone/>
                      </a:pPr>
                      <a:r>
                        <a:rPr lang="en-IN" sz="1800"/>
                        <a:t>2 pages</a:t>
                      </a:r>
                    </a:p>
                  </a:txBody>
                  <a:tcPr anchor="ctr">
                    <a:lnL>
                      <a:noFill/>
                    </a:lnL>
                    <a:lnR>
                      <a:noFill/>
                    </a:lnR>
                    <a:lnT>
                      <a:noFill/>
                    </a:lnT>
                    <a:lnB>
                      <a:noFill/>
                    </a:lnB>
                    <a:noFill/>
                  </a:tcPr>
                </a:tc>
                <a:tc>
                  <a:txBody>
                    <a:bodyPr/>
                    <a:lstStyle/>
                    <a:p>
                      <a:pPr>
                        <a:buNone/>
                      </a:pPr>
                      <a:r>
                        <a:rPr lang="en-IN" sz="1800" dirty="0"/>
                        <a:t> One page table (2 entries)</a:t>
                      </a:r>
                    </a:p>
                  </a:txBody>
                  <a:tcPr anchor="ctr">
                    <a:lnL>
                      <a:noFill/>
                    </a:lnL>
                    <a:lnR>
                      <a:noFill/>
                    </a:lnR>
                    <a:lnT>
                      <a:noFill/>
                    </a:lnT>
                    <a:lnB>
                      <a:noFill/>
                    </a:lnB>
                    <a:noFill/>
                  </a:tcPr>
                </a:tc>
                <a:extLst>
                  <a:ext uri="{0D108BD9-81ED-4DB2-BD59-A6C34878D82A}">
                    <a16:rowId xmlns:a16="http://schemas.microsoft.com/office/drawing/2014/main" val="2181056360"/>
                  </a:ext>
                </a:extLst>
              </a:tr>
            </a:tbl>
          </a:graphicData>
        </a:graphic>
      </p:graphicFrame>
    </p:spTree>
    <p:extLst>
      <p:ext uri="{BB962C8B-B14F-4D97-AF65-F5344CB8AC3E}">
        <p14:creationId xmlns:p14="http://schemas.microsoft.com/office/powerpoint/2010/main" val="3732319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B47318-D3AB-4382-1AB7-F4E440B20301}"/>
              </a:ext>
            </a:extLst>
          </p:cNvPr>
          <p:cNvSpPr txBox="1">
            <a:spLocks noGrp="1"/>
          </p:cNvSpPr>
          <p:nvPr>
            <p:ph type="title"/>
          </p:nvPr>
        </p:nvSpPr>
        <p:spPr>
          <a:prstGeom prst="rect">
            <a:avLst/>
          </a:prstGeom>
        </p:spPr>
        <p:txBody>
          <a:bodyPr vert="horz" wrap="square" lIns="0" tIns="0" rIns="0" bIns="0" rtlCol="0" anchor="t">
            <a:normAutofit/>
          </a:bodyPr>
          <a:lstStyle>
            <a:lvl1pPr algn="l" defTabSz="914400" rtl="0" eaLnBrk="1" latinLnBrk="0" hangingPunct="1">
              <a:lnSpc>
                <a:spcPct val="90000"/>
              </a:lnSpc>
              <a:spcBef>
                <a:spcPct val="0"/>
              </a:spcBef>
              <a:buNone/>
              <a:defRPr sz="3200" i="1" kern="1200">
                <a:solidFill>
                  <a:schemeClr val="tx2"/>
                </a:solidFill>
                <a:latin typeface="+mj-lt"/>
                <a:ea typeface="+mj-ea"/>
                <a:cs typeface="+mj-cs"/>
              </a:defRPr>
            </a:lvl1pPr>
          </a:lstStyle>
          <a:p>
            <a:r>
              <a:rPr lang="en-IN" dirty="0"/>
              <a:t>Segmentation with paging</a:t>
            </a:r>
            <a:endParaRPr lang="en-US" dirty="0"/>
          </a:p>
        </p:txBody>
      </p:sp>
      <p:pic>
        <p:nvPicPr>
          <p:cNvPr id="5" name="Picture 4">
            <a:extLst>
              <a:ext uri="{FF2B5EF4-FFF2-40B4-BE49-F238E27FC236}">
                <a16:creationId xmlns:a16="http://schemas.microsoft.com/office/drawing/2014/main" id="{8686A64A-9877-87C7-519F-47CFADEB8D6C}"/>
              </a:ext>
            </a:extLst>
          </p:cNvPr>
          <p:cNvPicPr>
            <a:picLocks noChangeAspect="1"/>
          </p:cNvPicPr>
          <p:nvPr/>
        </p:nvPicPr>
        <p:blipFill>
          <a:blip r:embed="rId2"/>
          <a:stretch>
            <a:fillRect/>
          </a:stretch>
        </p:blipFill>
        <p:spPr>
          <a:xfrm>
            <a:off x="1323975" y="1285875"/>
            <a:ext cx="9544050" cy="4286250"/>
          </a:xfrm>
          <a:prstGeom prst="rect">
            <a:avLst/>
          </a:prstGeom>
        </p:spPr>
      </p:pic>
    </p:spTree>
    <p:extLst>
      <p:ext uri="{BB962C8B-B14F-4D97-AF65-F5344CB8AC3E}">
        <p14:creationId xmlns:p14="http://schemas.microsoft.com/office/powerpoint/2010/main" val="3221872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6FA3BE-46AA-4EE9-5401-E2FAE5161F47}"/>
              </a:ext>
            </a:extLst>
          </p:cNvPr>
          <p:cNvSpPr>
            <a:spLocks noGrp="1"/>
          </p:cNvSpPr>
          <p:nvPr>
            <p:ph idx="1"/>
          </p:nvPr>
        </p:nvSpPr>
        <p:spPr>
          <a:xfrm>
            <a:off x="448056" y="452488"/>
            <a:ext cx="11293200" cy="5065726"/>
          </a:xfrm>
        </p:spPr>
        <p:txBody>
          <a:bodyPr>
            <a:normAutofit/>
          </a:bodyPr>
          <a:lstStyle/>
          <a:p>
            <a:r>
              <a:rPr lang="en-US" b="1" dirty="0"/>
              <a:t>How is a logical address translated to a physical address?</a:t>
            </a:r>
          </a:p>
          <a:p>
            <a:r>
              <a:rPr lang="en-US" b="1" dirty="0"/>
              <a:t>Segment number (s)</a:t>
            </a:r>
            <a:r>
              <a:rPr lang="en-US" dirty="0"/>
              <a:t> → used to index into the </a:t>
            </a:r>
            <a:r>
              <a:rPr lang="en-US" b="1" dirty="0"/>
              <a:t>segment table</a:t>
            </a:r>
            <a:r>
              <a:rPr lang="en-US" dirty="0"/>
              <a:t>.</a:t>
            </a:r>
          </a:p>
          <a:p>
            <a:pPr lvl="1"/>
            <a:r>
              <a:rPr lang="en-US" dirty="0"/>
              <a:t>Each segment table entry stores:</a:t>
            </a:r>
          </a:p>
          <a:p>
            <a:pPr lvl="2"/>
            <a:r>
              <a:rPr lang="en-US" b="1" dirty="0"/>
              <a:t>Base address</a:t>
            </a:r>
            <a:r>
              <a:rPr lang="en-US" dirty="0"/>
              <a:t> (starting address of that segment’s page table).</a:t>
            </a:r>
          </a:p>
          <a:p>
            <a:pPr lvl="2"/>
            <a:r>
              <a:rPr lang="en-US" b="1" dirty="0"/>
              <a:t>Limit</a:t>
            </a:r>
            <a:r>
              <a:rPr lang="en-US" dirty="0"/>
              <a:t> (number of pages in the segment).</a:t>
            </a:r>
          </a:p>
          <a:p>
            <a:r>
              <a:rPr lang="en-US" b="1" dirty="0"/>
              <a:t>Page number (p)</a:t>
            </a:r>
            <a:r>
              <a:rPr lang="en-US" dirty="0"/>
              <a:t> → used to index into that segment’s </a:t>
            </a:r>
            <a:r>
              <a:rPr lang="en-US" b="1" dirty="0"/>
              <a:t>page table</a:t>
            </a:r>
            <a:r>
              <a:rPr lang="en-US" dirty="0"/>
              <a:t>.</a:t>
            </a:r>
          </a:p>
          <a:p>
            <a:pPr lvl="1"/>
            <a:r>
              <a:rPr lang="en-US" dirty="0"/>
              <a:t>Each entry gives the </a:t>
            </a:r>
            <a:r>
              <a:rPr lang="en-US" b="1" dirty="0"/>
              <a:t>frame number</a:t>
            </a:r>
            <a:r>
              <a:rPr lang="en-US" dirty="0"/>
              <a:t> in physical memory.</a:t>
            </a:r>
          </a:p>
          <a:p>
            <a:r>
              <a:rPr lang="en-US" b="1" dirty="0"/>
              <a:t>Offset (d)</a:t>
            </a:r>
            <a:r>
              <a:rPr lang="en-US" dirty="0"/>
              <a:t> → added to the </a:t>
            </a:r>
            <a:r>
              <a:rPr lang="en-US" b="1" dirty="0"/>
              <a:t>frame’s base address</a:t>
            </a:r>
            <a:r>
              <a:rPr lang="en-US" dirty="0"/>
              <a:t> to get the </a:t>
            </a:r>
            <a:r>
              <a:rPr lang="en-US" b="1" dirty="0"/>
              <a:t>final physical address</a:t>
            </a:r>
            <a:r>
              <a:rPr lang="en-US" dirty="0"/>
              <a:t>.</a:t>
            </a:r>
          </a:p>
          <a:p>
            <a:r>
              <a:rPr lang="en-US" i="1" dirty="0"/>
              <a:t>The </a:t>
            </a:r>
            <a:r>
              <a:rPr lang="en-US" b="1" i="1" dirty="0"/>
              <a:t>page table’s job</a:t>
            </a:r>
            <a:r>
              <a:rPr lang="en-US" i="1" dirty="0"/>
              <a:t> is to map </a:t>
            </a:r>
            <a:r>
              <a:rPr lang="en-US" b="1" i="1" dirty="0"/>
              <a:t>each page of that segment</a:t>
            </a:r>
            <a:r>
              <a:rPr lang="en-US" i="1" dirty="0"/>
              <a:t> to physical frames</a:t>
            </a:r>
            <a:r>
              <a:rPr lang="en-US" dirty="0"/>
              <a:t>.</a:t>
            </a:r>
          </a:p>
          <a:p>
            <a:r>
              <a:rPr lang="en-US" sz="2000" i="1" dirty="0"/>
              <a:t>Program → divided into → Segments → each segment divided into → Pages → mapped to → Frames</a:t>
            </a:r>
          </a:p>
          <a:p>
            <a:endParaRPr lang="en-IN" dirty="0"/>
          </a:p>
        </p:txBody>
      </p:sp>
    </p:spTree>
    <p:extLst>
      <p:ext uri="{BB962C8B-B14F-4D97-AF65-F5344CB8AC3E}">
        <p14:creationId xmlns:p14="http://schemas.microsoft.com/office/powerpoint/2010/main" val="2318633844"/>
      </p:ext>
    </p:extLst>
  </p:cSld>
  <p:clrMapOvr>
    <a:masterClrMapping/>
  </p:clrMapOvr>
</p:sld>
</file>

<file path=ppt/theme/theme1.xml><?xml version="1.0" encoding="utf-8"?>
<a:theme xmlns:a="http://schemas.openxmlformats.org/drawingml/2006/main" name="ThinLineVTI">
  <a:themeElements>
    <a:clrScheme name="AnalogousFromDarkSeedLeftStep">
      <a:dk1>
        <a:srgbClr val="000000"/>
      </a:dk1>
      <a:lt1>
        <a:srgbClr val="FFFFFF"/>
      </a:lt1>
      <a:dk2>
        <a:srgbClr val="412426"/>
      </a:dk2>
      <a:lt2>
        <a:srgbClr val="E8E2E5"/>
      </a:lt2>
      <a:accent1>
        <a:srgbClr val="20B766"/>
      </a:accent1>
      <a:accent2>
        <a:srgbClr val="14BB1C"/>
      </a:accent2>
      <a:accent3>
        <a:srgbClr val="57B520"/>
      </a:accent3>
      <a:accent4>
        <a:srgbClr val="8CAD13"/>
      </a:accent4>
      <a:accent5>
        <a:srgbClr val="BD9D22"/>
      </a:accent5>
      <a:accent6>
        <a:srgbClr val="D55F17"/>
      </a:accent6>
      <a:hlink>
        <a:srgbClr val="88852D"/>
      </a:hlink>
      <a:folHlink>
        <a:srgbClr val="7F7F7F"/>
      </a:folHlink>
    </a:clrScheme>
    <a:fontScheme name="Custom 3">
      <a:majorFont>
        <a:latin typeface="Bell MT"/>
        <a:ea typeface=""/>
        <a:cs typeface=""/>
      </a:majorFont>
      <a:minorFont>
        <a:latin typeface="Bell M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inLineVTI" id="{DA2A884B-D36C-4F63-9FE8-3C89F2B99A40}" vid="{62C1F77B-42AE-47B9-869B-5CE48C8ED84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97DE89D8B2294088076E7E633FAFB3" ma:contentTypeVersion="3" ma:contentTypeDescription="Create a new document." ma:contentTypeScope="" ma:versionID="68e9da64cba84b518d63157d1ee02d09">
  <xsd:schema xmlns:xsd="http://www.w3.org/2001/XMLSchema" xmlns:xs="http://www.w3.org/2001/XMLSchema" xmlns:p="http://schemas.microsoft.com/office/2006/metadata/properties" xmlns:ns2="29787a04-f269-45e9-ac3d-7cd421e08c88" targetNamespace="http://schemas.microsoft.com/office/2006/metadata/properties" ma:root="true" ma:fieldsID="affe80de74db8b666572cf5169c49c8f" ns2:_="">
    <xsd:import namespace="29787a04-f269-45e9-ac3d-7cd421e08c8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787a04-f269-45e9-ac3d-7cd421e08c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A698F1C-FC25-4DBD-8C47-9CDBFF09FD74}"/>
</file>

<file path=customXml/itemProps2.xml><?xml version="1.0" encoding="utf-8"?>
<ds:datastoreItem xmlns:ds="http://schemas.openxmlformats.org/officeDocument/2006/customXml" ds:itemID="{9855D037-58B4-43F8-AD03-87FD0D1487D2}">
  <ds:schemaRefs>
    <ds:schemaRef ds:uri="http://schemas.microsoft.com/sharepoint/v3/contenttype/forms"/>
  </ds:schemaRefs>
</ds:datastoreItem>
</file>

<file path=customXml/itemProps3.xml><?xml version="1.0" encoding="utf-8"?>
<ds:datastoreItem xmlns:ds="http://schemas.openxmlformats.org/officeDocument/2006/customXml" ds:itemID="{9A778276-10CE-45A0-A98B-770778CCFE87}"/>
</file>

<file path=docProps/app.xml><?xml version="1.0" encoding="utf-8"?>
<Properties xmlns="http://schemas.openxmlformats.org/officeDocument/2006/extended-properties" xmlns:vt="http://schemas.openxmlformats.org/officeDocument/2006/docPropsVTypes">
  <TotalTime>95</TotalTime>
  <Words>890</Words>
  <Application>Microsoft Office PowerPoint</Application>
  <PresentationFormat>Widescreen</PresentationFormat>
  <Paragraphs>68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Bell MT</vt:lpstr>
      <vt:lpstr>Calibri Light</vt:lpstr>
      <vt:lpstr>verdana</vt:lpstr>
      <vt:lpstr>verdana</vt:lpstr>
      <vt:lpstr>ThinLineVTI</vt:lpstr>
      <vt:lpstr>Segmentation</vt:lpstr>
      <vt:lpstr>Segmentation</vt:lpstr>
      <vt:lpstr>Segmentation</vt:lpstr>
      <vt:lpstr>Segmentation</vt:lpstr>
      <vt:lpstr>Segmentation-Address Generation</vt:lpstr>
      <vt:lpstr>Segmentation</vt:lpstr>
      <vt:lpstr>Segmentation Hardware</vt:lpstr>
      <vt:lpstr>Segmentation Hardware</vt:lpstr>
      <vt:lpstr>Segmentation</vt:lpstr>
      <vt:lpstr>Segmentation with paging (paged segmentation)</vt:lpstr>
      <vt:lpstr>PowerPoint Presentation</vt:lpstr>
      <vt:lpstr>Segmentation with paging</vt:lpstr>
      <vt:lpstr>PowerPoint Presentation</vt:lpstr>
      <vt:lpstr>Segmentation with paging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Segmentation</dc:title>
  <dc:creator>Savitha Gopal</dc:creator>
  <cp:lastModifiedBy>Anisha GS</cp:lastModifiedBy>
  <cp:revision>40</cp:revision>
  <dcterms:created xsi:type="dcterms:W3CDTF">2023-10-17T00:51:13Z</dcterms:created>
  <dcterms:modified xsi:type="dcterms:W3CDTF">2025-11-08T18:31:05Z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0x010100A397DE89D8B2294088076E7E633FAFB3</vt:lpwstr>
  </property>
</Properties>
</file>