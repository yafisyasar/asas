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5" r:id="rId3"/>
    <p:sldId id="266" r:id="rId4"/>
    <p:sldId id="267" r:id="rId5"/>
    <p:sldId id="268" r:id="rId6"/>
    <p:sldId id="285" r:id="rId7"/>
    <p:sldId id="269" r:id="rId8"/>
    <p:sldId id="270" r:id="rId9"/>
    <p:sldId id="286" r:id="rId10"/>
    <p:sldId id="287" r:id="rId11"/>
    <p:sldId id="271" r:id="rId12"/>
    <p:sldId id="272" r:id="rId13"/>
    <p:sldId id="273" r:id="rId14"/>
    <p:sldId id="274" r:id="rId15"/>
    <p:sldId id="275" r:id="rId16"/>
    <p:sldId id="276" r:id="rId17"/>
    <p:sldId id="277" r:id="rId18"/>
    <p:sldId id="278" r:id="rId19"/>
    <p:sldId id="279" r:id="rId20"/>
    <p:sldId id="280" r:id="rId21"/>
    <p:sldId id="281" r:id="rId22"/>
    <p:sldId id="288" r:id="rId23"/>
    <p:sldId id="282" r:id="rId24"/>
    <p:sldId id="283" r:id="rId25"/>
    <p:sldId id="28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vitha Gopal" userId="70698082-04ea-4475-8900-368c805bd8ff" providerId="ADAL" clId="{52B600C5-0B22-634B-A726-7B7B0C24C8B3}"/>
    <pc:docChg chg="undo custSel addSld delSld modSld">
      <pc:chgData name="Savitha Gopal" userId="70698082-04ea-4475-8900-368c805bd8ff" providerId="ADAL" clId="{52B600C5-0B22-634B-A726-7B7B0C24C8B3}" dt="2024-05-02T03:14:36.631" v="705" actId="1076"/>
      <pc:docMkLst>
        <pc:docMk/>
      </pc:docMkLst>
      <pc:sldChg chg="modSp">
        <pc:chgData name="Savitha Gopal" userId="70698082-04ea-4475-8900-368c805bd8ff" providerId="ADAL" clId="{52B600C5-0B22-634B-A726-7B7B0C24C8B3}" dt="2024-04-30T04:30:03.165" v="11" actId="20577"/>
        <pc:sldMkLst>
          <pc:docMk/>
          <pc:sldMk cId="1618655274" sldId="265"/>
        </pc:sldMkLst>
        <pc:spChg chg="mod">
          <ac:chgData name="Savitha Gopal" userId="70698082-04ea-4475-8900-368c805bd8ff" providerId="ADAL" clId="{52B600C5-0B22-634B-A726-7B7B0C24C8B3}" dt="2024-04-30T04:30:03.165" v="11" actId="20577"/>
          <ac:spMkLst>
            <pc:docMk/>
            <pc:sldMk cId="1618655274" sldId="265"/>
            <ac:spMk id="3" creationId="{00000000-0000-0000-0000-000000000000}"/>
          </ac:spMkLst>
        </pc:spChg>
      </pc:sldChg>
      <pc:sldChg chg="addSp delSp modSp new">
        <pc:chgData name="Savitha Gopal" userId="70698082-04ea-4475-8900-368c805bd8ff" providerId="ADAL" clId="{52B600C5-0B22-634B-A726-7B7B0C24C8B3}" dt="2024-04-30T04:31:09.948" v="16" actId="22"/>
        <pc:sldMkLst>
          <pc:docMk/>
          <pc:sldMk cId="40062747" sldId="266"/>
        </pc:sldMkLst>
        <pc:spChg chg="del">
          <ac:chgData name="Savitha Gopal" userId="70698082-04ea-4475-8900-368c805bd8ff" providerId="ADAL" clId="{52B600C5-0B22-634B-A726-7B7B0C24C8B3}" dt="2024-04-30T04:31:09.948" v="16" actId="22"/>
          <ac:spMkLst>
            <pc:docMk/>
            <pc:sldMk cId="40062747" sldId="266"/>
            <ac:spMk id="2" creationId="{20DD3F40-5DC0-358A-489A-D8D18F011627}"/>
          </ac:spMkLst>
        </pc:spChg>
        <pc:spChg chg="mod">
          <ac:chgData name="Savitha Gopal" userId="70698082-04ea-4475-8900-368c805bd8ff" providerId="ADAL" clId="{52B600C5-0B22-634B-A726-7B7B0C24C8B3}" dt="2024-04-30T04:30:59.590" v="15" actId="12"/>
          <ac:spMkLst>
            <pc:docMk/>
            <pc:sldMk cId="40062747" sldId="266"/>
            <ac:spMk id="3" creationId="{D6985809-D442-1836-93BA-C0FE8ADBE961}"/>
          </ac:spMkLst>
        </pc:spChg>
        <pc:spChg chg="add mod">
          <ac:chgData name="Savitha Gopal" userId="70698082-04ea-4475-8900-368c805bd8ff" providerId="ADAL" clId="{52B600C5-0B22-634B-A726-7B7B0C24C8B3}" dt="2024-04-30T04:31:09.948" v="16" actId="22"/>
          <ac:spMkLst>
            <pc:docMk/>
            <pc:sldMk cId="40062747" sldId="266"/>
            <ac:spMk id="5" creationId="{C12A5656-A587-4930-60B1-7847A7F3A041}"/>
          </ac:spMkLst>
        </pc:spChg>
      </pc:sldChg>
      <pc:sldChg chg="addSp delSp modSp new">
        <pc:chgData name="Savitha Gopal" userId="70698082-04ea-4475-8900-368c805bd8ff" providerId="ADAL" clId="{52B600C5-0B22-634B-A726-7B7B0C24C8B3}" dt="2024-04-30T04:33:13.195" v="25" actId="14100"/>
        <pc:sldMkLst>
          <pc:docMk/>
          <pc:sldMk cId="1779144308" sldId="267"/>
        </pc:sldMkLst>
        <pc:spChg chg="del">
          <ac:chgData name="Savitha Gopal" userId="70698082-04ea-4475-8900-368c805bd8ff" providerId="ADAL" clId="{52B600C5-0B22-634B-A726-7B7B0C24C8B3}" dt="2024-04-30T04:31:20.774" v="18" actId="22"/>
          <ac:spMkLst>
            <pc:docMk/>
            <pc:sldMk cId="1779144308" sldId="267"/>
            <ac:spMk id="2" creationId="{E6C709F6-F162-D6A7-9D69-35E9B10BEE29}"/>
          </ac:spMkLst>
        </pc:spChg>
        <pc:spChg chg="del">
          <ac:chgData name="Savitha Gopal" userId="70698082-04ea-4475-8900-368c805bd8ff" providerId="ADAL" clId="{52B600C5-0B22-634B-A726-7B7B0C24C8B3}" dt="2024-04-30T04:32:46.694" v="19" actId="931"/>
          <ac:spMkLst>
            <pc:docMk/>
            <pc:sldMk cId="1779144308" sldId="267"/>
            <ac:spMk id="3" creationId="{C5528B9F-EF08-0C9E-97C4-AC42A1E16EF6}"/>
          </ac:spMkLst>
        </pc:spChg>
        <pc:spChg chg="add mod">
          <ac:chgData name="Savitha Gopal" userId="70698082-04ea-4475-8900-368c805bd8ff" providerId="ADAL" clId="{52B600C5-0B22-634B-A726-7B7B0C24C8B3}" dt="2024-04-30T04:31:20.774" v="18" actId="22"/>
          <ac:spMkLst>
            <pc:docMk/>
            <pc:sldMk cId="1779144308" sldId="267"/>
            <ac:spMk id="5" creationId="{1950D870-A953-1CCF-791A-039DCEA325CA}"/>
          </ac:spMkLst>
        </pc:spChg>
        <pc:picChg chg="add mod ord">
          <ac:chgData name="Savitha Gopal" userId="70698082-04ea-4475-8900-368c805bd8ff" providerId="ADAL" clId="{52B600C5-0B22-634B-A726-7B7B0C24C8B3}" dt="2024-04-30T04:32:55.639" v="20" actId="14100"/>
          <ac:picMkLst>
            <pc:docMk/>
            <pc:sldMk cId="1779144308" sldId="267"/>
            <ac:picMk id="6" creationId="{A59CCFB0-A5E6-DF04-EFB5-31ABF5F3B7EB}"/>
          </ac:picMkLst>
        </pc:picChg>
        <pc:picChg chg="add mod">
          <ac:chgData name="Savitha Gopal" userId="70698082-04ea-4475-8900-368c805bd8ff" providerId="ADAL" clId="{52B600C5-0B22-634B-A726-7B7B0C24C8B3}" dt="2024-04-30T04:33:13.195" v="25" actId="14100"/>
          <ac:picMkLst>
            <pc:docMk/>
            <pc:sldMk cId="1779144308" sldId="267"/>
            <ac:picMk id="7" creationId="{7F59653A-2016-EACA-D432-D3F2C1070E71}"/>
          </ac:picMkLst>
        </pc:picChg>
      </pc:sldChg>
      <pc:sldChg chg="addSp delSp modSp new">
        <pc:chgData name="Savitha Gopal" userId="70698082-04ea-4475-8900-368c805bd8ff" providerId="ADAL" clId="{52B600C5-0B22-634B-A726-7B7B0C24C8B3}" dt="2024-04-30T04:35:43.601" v="34" actId="20577"/>
        <pc:sldMkLst>
          <pc:docMk/>
          <pc:sldMk cId="1294393950" sldId="268"/>
        </pc:sldMkLst>
        <pc:spChg chg="del">
          <ac:chgData name="Savitha Gopal" userId="70698082-04ea-4475-8900-368c805bd8ff" providerId="ADAL" clId="{52B600C5-0B22-634B-A726-7B7B0C24C8B3}" dt="2024-04-30T04:33:24.423" v="27" actId="22"/>
          <ac:spMkLst>
            <pc:docMk/>
            <pc:sldMk cId="1294393950" sldId="268"/>
            <ac:spMk id="2" creationId="{0BB86BFE-21D1-562A-C08F-815D9CAD0AEA}"/>
          </ac:spMkLst>
        </pc:spChg>
        <pc:spChg chg="mod">
          <ac:chgData name="Savitha Gopal" userId="70698082-04ea-4475-8900-368c805bd8ff" providerId="ADAL" clId="{52B600C5-0B22-634B-A726-7B7B0C24C8B3}" dt="2024-04-30T04:35:43.601" v="34" actId="20577"/>
          <ac:spMkLst>
            <pc:docMk/>
            <pc:sldMk cId="1294393950" sldId="268"/>
            <ac:spMk id="3" creationId="{0AFFD321-DC55-5467-BB83-E428486D3CCF}"/>
          </ac:spMkLst>
        </pc:spChg>
        <pc:spChg chg="add mod">
          <ac:chgData name="Savitha Gopal" userId="70698082-04ea-4475-8900-368c805bd8ff" providerId="ADAL" clId="{52B600C5-0B22-634B-A726-7B7B0C24C8B3}" dt="2024-04-30T04:33:24.423" v="27" actId="22"/>
          <ac:spMkLst>
            <pc:docMk/>
            <pc:sldMk cId="1294393950" sldId="268"/>
            <ac:spMk id="5" creationId="{B416C665-0CB1-F6C7-9B17-6FBA886778BD}"/>
          </ac:spMkLst>
        </pc:spChg>
      </pc:sldChg>
      <pc:sldChg chg="addSp delSp modSp new">
        <pc:chgData name="Savitha Gopal" userId="70698082-04ea-4475-8900-368c805bd8ff" providerId="ADAL" clId="{52B600C5-0B22-634B-A726-7B7B0C24C8B3}" dt="2024-05-02T01:18:55.829" v="699" actId="113"/>
        <pc:sldMkLst>
          <pc:docMk/>
          <pc:sldMk cId="2847557726" sldId="269"/>
        </pc:sldMkLst>
        <pc:spChg chg="del">
          <ac:chgData name="Savitha Gopal" userId="70698082-04ea-4475-8900-368c805bd8ff" providerId="ADAL" clId="{52B600C5-0B22-634B-A726-7B7B0C24C8B3}" dt="2024-04-30T04:39:44.863" v="55" actId="22"/>
          <ac:spMkLst>
            <pc:docMk/>
            <pc:sldMk cId="2847557726" sldId="269"/>
            <ac:spMk id="2" creationId="{A4A4F6C6-24AF-234F-09EE-956AFF0F9364}"/>
          </ac:spMkLst>
        </pc:spChg>
        <pc:spChg chg="mod">
          <ac:chgData name="Savitha Gopal" userId="70698082-04ea-4475-8900-368c805bd8ff" providerId="ADAL" clId="{52B600C5-0B22-634B-A726-7B7B0C24C8B3}" dt="2024-05-02T01:18:55.829" v="699" actId="113"/>
          <ac:spMkLst>
            <pc:docMk/>
            <pc:sldMk cId="2847557726" sldId="269"/>
            <ac:spMk id="3" creationId="{27B8613B-92F6-BC1B-FC71-DF10B735FA3D}"/>
          </ac:spMkLst>
        </pc:spChg>
        <pc:spChg chg="add mod">
          <ac:chgData name="Savitha Gopal" userId="70698082-04ea-4475-8900-368c805bd8ff" providerId="ADAL" clId="{52B600C5-0B22-634B-A726-7B7B0C24C8B3}" dt="2024-04-30T04:39:44.863" v="55" actId="22"/>
          <ac:spMkLst>
            <pc:docMk/>
            <pc:sldMk cId="2847557726" sldId="269"/>
            <ac:spMk id="5" creationId="{31522A6F-88A8-37CA-554F-0745495F18D0}"/>
          </ac:spMkLst>
        </pc:spChg>
      </pc:sldChg>
      <pc:sldChg chg="modSp new">
        <pc:chgData name="Savitha Gopal" userId="70698082-04ea-4475-8900-368c805bd8ff" providerId="ADAL" clId="{52B600C5-0B22-634B-A726-7B7B0C24C8B3}" dt="2024-04-30T08:57:06.922" v="219" actId="113"/>
        <pc:sldMkLst>
          <pc:docMk/>
          <pc:sldMk cId="3589579625" sldId="270"/>
        </pc:sldMkLst>
        <pc:spChg chg="mod">
          <ac:chgData name="Savitha Gopal" userId="70698082-04ea-4475-8900-368c805bd8ff" providerId="ADAL" clId="{52B600C5-0B22-634B-A726-7B7B0C24C8B3}" dt="2024-04-30T08:53:54.161" v="72" actId="20577"/>
          <ac:spMkLst>
            <pc:docMk/>
            <pc:sldMk cId="3589579625" sldId="270"/>
            <ac:spMk id="2" creationId="{C439589D-5770-74A4-F5B7-27AEC89CAE0D}"/>
          </ac:spMkLst>
        </pc:spChg>
        <pc:spChg chg="mod">
          <ac:chgData name="Savitha Gopal" userId="70698082-04ea-4475-8900-368c805bd8ff" providerId="ADAL" clId="{52B600C5-0B22-634B-A726-7B7B0C24C8B3}" dt="2024-04-30T08:57:06.922" v="219" actId="113"/>
          <ac:spMkLst>
            <pc:docMk/>
            <pc:sldMk cId="3589579625" sldId="270"/>
            <ac:spMk id="3" creationId="{CB1BB289-6A93-208C-E90C-644C59B43112}"/>
          </ac:spMkLst>
        </pc:spChg>
      </pc:sldChg>
      <pc:sldChg chg="addSp delSp modSp new">
        <pc:chgData name="Savitha Gopal" userId="70698082-04ea-4475-8900-368c805bd8ff" providerId="ADAL" clId="{52B600C5-0B22-634B-A726-7B7B0C24C8B3}" dt="2024-04-30T09:00:16.497" v="286" actId="20577"/>
        <pc:sldMkLst>
          <pc:docMk/>
          <pc:sldMk cId="333059296" sldId="271"/>
        </pc:sldMkLst>
        <pc:spChg chg="del">
          <ac:chgData name="Savitha Gopal" userId="70698082-04ea-4475-8900-368c805bd8ff" providerId="ADAL" clId="{52B600C5-0B22-634B-A726-7B7B0C24C8B3}" dt="2024-04-30T08:57:22.805" v="221" actId="22"/>
          <ac:spMkLst>
            <pc:docMk/>
            <pc:sldMk cId="333059296" sldId="271"/>
            <ac:spMk id="2" creationId="{0D3D58B7-1B3C-7B69-8D97-F63A44BCB0F8}"/>
          </ac:spMkLst>
        </pc:spChg>
        <pc:spChg chg="mod">
          <ac:chgData name="Savitha Gopal" userId="70698082-04ea-4475-8900-368c805bd8ff" providerId="ADAL" clId="{52B600C5-0B22-634B-A726-7B7B0C24C8B3}" dt="2024-04-30T09:00:16.497" v="286" actId="20577"/>
          <ac:spMkLst>
            <pc:docMk/>
            <pc:sldMk cId="333059296" sldId="271"/>
            <ac:spMk id="3" creationId="{B8305495-16D7-8489-5F8B-5F5AE9AB09D4}"/>
          </ac:spMkLst>
        </pc:spChg>
        <pc:spChg chg="add mod">
          <ac:chgData name="Savitha Gopal" userId="70698082-04ea-4475-8900-368c805bd8ff" providerId="ADAL" clId="{52B600C5-0B22-634B-A726-7B7B0C24C8B3}" dt="2024-04-30T08:58:00.996" v="238" actId="22"/>
          <ac:spMkLst>
            <pc:docMk/>
            <pc:sldMk cId="333059296" sldId="271"/>
            <ac:spMk id="5" creationId="{2C7EA2CE-8D1C-09B0-B19A-ABBD634D36B4}"/>
          </ac:spMkLst>
        </pc:spChg>
      </pc:sldChg>
      <pc:sldChg chg="addSp delSp modSp new">
        <pc:chgData name="Savitha Gopal" userId="70698082-04ea-4475-8900-368c805bd8ff" providerId="ADAL" clId="{52B600C5-0B22-634B-A726-7B7B0C24C8B3}" dt="2024-05-02T03:14:36.631" v="705" actId="1076"/>
        <pc:sldMkLst>
          <pc:docMk/>
          <pc:sldMk cId="1401724042" sldId="272"/>
        </pc:sldMkLst>
        <pc:spChg chg="del">
          <ac:chgData name="Savitha Gopal" userId="70698082-04ea-4475-8900-368c805bd8ff" providerId="ADAL" clId="{52B600C5-0B22-634B-A726-7B7B0C24C8B3}" dt="2024-04-30T09:00:25.089" v="288" actId="22"/>
          <ac:spMkLst>
            <pc:docMk/>
            <pc:sldMk cId="1401724042" sldId="272"/>
            <ac:spMk id="2" creationId="{6DEA5FE8-E44E-96FF-67B2-E52C140ACDCB}"/>
          </ac:spMkLst>
        </pc:spChg>
        <pc:spChg chg="add mod">
          <ac:chgData name="Savitha Gopal" userId="70698082-04ea-4475-8900-368c805bd8ff" providerId="ADAL" clId="{52B600C5-0B22-634B-A726-7B7B0C24C8B3}" dt="2024-05-02T03:14:36.631" v="705" actId="1076"/>
          <ac:spMkLst>
            <pc:docMk/>
            <pc:sldMk cId="1401724042" sldId="272"/>
            <ac:spMk id="2" creationId="{BEC86674-BDAC-B3EA-11D2-F6ADD775F9E6}"/>
          </ac:spMkLst>
        </pc:spChg>
        <pc:spChg chg="del">
          <ac:chgData name="Savitha Gopal" userId="70698082-04ea-4475-8900-368c805bd8ff" providerId="ADAL" clId="{52B600C5-0B22-634B-A726-7B7B0C24C8B3}" dt="2024-04-30T09:01:07.287" v="289" actId="931"/>
          <ac:spMkLst>
            <pc:docMk/>
            <pc:sldMk cId="1401724042" sldId="272"/>
            <ac:spMk id="3" creationId="{68F4D923-2030-284D-3F9A-A3DE45CF3990}"/>
          </ac:spMkLst>
        </pc:spChg>
        <pc:spChg chg="add mod">
          <ac:chgData name="Savitha Gopal" userId="70698082-04ea-4475-8900-368c805bd8ff" providerId="ADAL" clId="{52B600C5-0B22-634B-A726-7B7B0C24C8B3}" dt="2024-04-30T09:00:25.089" v="288" actId="22"/>
          <ac:spMkLst>
            <pc:docMk/>
            <pc:sldMk cId="1401724042" sldId="272"/>
            <ac:spMk id="5" creationId="{37336C46-189A-6184-9DFA-EEF9FDDD62F6}"/>
          </ac:spMkLst>
        </pc:spChg>
        <pc:picChg chg="add mod ord">
          <ac:chgData name="Savitha Gopal" userId="70698082-04ea-4475-8900-368c805bd8ff" providerId="ADAL" clId="{52B600C5-0B22-634B-A726-7B7B0C24C8B3}" dt="2024-05-02T03:14:32.918" v="704" actId="1076"/>
          <ac:picMkLst>
            <pc:docMk/>
            <pc:sldMk cId="1401724042" sldId="272"/>
            <ac:picMk id="6" creationId="{6F01FF85-2386-89FB-6295-B3E668139F1B}"/>
          </ac:picMkLst>
        </pc:picChg>
      </pc:sldChg>
      <pc:sldChg chg="modSp new">
        <pc:chgData name="Savitha Gopal" userId="70698082-04ea-4475-8900-368c805bd8ff" providerId="ADAL" clId="{52B600C5-0B22-634B-A726-7B7B0C24C8B3}" dt="2024-04-30T09:03:28.017" v="298" actId="20577"/>
        <pc:sldMkLst>
          <pc:docMk/>
          <pc:sldMk cId="3573824783" sldId="273"/>
        </pc:sldMkLst>
        <pc:spChg chg="mod">
          <ac:chgData name="Savitha Gopal" userId="70698082-04ea-4475-8900-368c805bd8ff" providerId="ADAL" clId="{52B600C5-0B22-634B-A726-7B7B0C24C8B3}" dt="2024-04-30T09:01:27.272" v="293" actId="20577"/>
          <ac:spMkLst>
            <pc:docMk/>
            <pc:sldMk cId="3573824783" sldId="273"/>
            <ac:spMk id="2" creationId="{50D4DB6B-C2AB-C39E-4A9A-D0FBD0B40550}"/>
          </ac:spMkLst>
        </pc:spChg>
        <pc:spChg chg="mod">
          <ac:chgData name="Savitha Gopal" userId="70698082-04ea-4475-8900-368c805bd8ff" providerId="ADAL" clId="{52B600C5-0B22-634B-A726-7B7B0C24C8B3}" dt="2024-04-30T09:03:28.017" v="298" actId="20577"/>
          <ac:spMkLst>
            <pc:docMk/>
            <pc:sldMk cId="3573824783" sldId="273"/>
            <ac:spMk id="3" creationId="{A1CFDC49-43AA-724C-FE26-B40853A7DB04}"/>
          </ac:spMkLst>
        </pc:spChg>
      </pc:sldChg>
      <pc:sldChg chg="addSp delSp modSp new">
        <pc:chgData name="Savitha Gopal" userId="70698082-04ea-4475-8900-368c805bd8ff" providerId="ADAL" clId="{52B600C5-0B22-634B-A726-7B7B0C24C8B3}" dt="2024-04-30T09:05:57.379" v="301" actId="931"/>
        <pc:sldMkLst>
          <pc:docMk/>
          <pc:sldMk cId="3788452372" sldId="274"/>
        </pc:sldMkLst>
        <pc:spChg chg="del">
          <ac:chgData name="Savitha Gopal" userId="70698082-04ea-4475-8900-368c805bd8ff" providerId="ADAL" clId="{52B600C5-0B22-634B-A726-7B7B0C24C8B3}" dt="2024-04-30T09:05:35.492" v="300" actId="22"/>
          <ac:spMkLst>
            <pc:docMk/>
            <pc:sldMk cId="3788452372" sldId="274"/>
            <ac:spMk id="2" creationId="{0ED7C584-CFE8-1D91-E63D-BF7F9247C9ED}"/>
          </ac:spMkLst>
        </pc:spChg>
        <pc:spChg chg="del">
          <ac:chgData name="Savitha Gopal" userId="70698082-04ea-4475-8900-368c805bd8ff" providerId="ADAL" clId="{52B600C5-0B22-634B-A726-7B7B0C24C8B3}" dt="2024-04-30T09:05:57.379" v="301" actId="931"/>
          <ac:spMkLst>
            <pc:docMk/>
            <pc:sldMk cId="3788452372" sldId="274"/>
            <ac:spMk id="3" creationId="{576A78D0-10F1-F63F-3DF6-1F1EEC1DAB9B}"/>
          </ac:spMkLst>
        </pc:spChg>
        <pc:spChg chg="add mod">
          <ac:chgData name="Savitha Gopal" userId="70698082-04ea-4475-8900-368c805bd8ff" providerId="ADAL" clId="{52B600C5-0B22-634B-A726-7B7B0C24C8B3}" dt="2024-04-30T09:05:35.492" v="300" actId="22"/>
          <ac:spMkLst>
            <pc:docMk/>
            <pc:sldMk cId="3788452372" sldId="274"/>
            <ac:spMk id="5" creationId="{46CC852A-9A4A-95FD-E352-4B6972CEA967}"/>
          </ac:spMkLst>
        </pc:spChg>
        <pc:picChg chg="add mod ord">
          <ac:chgData name="Savitha Gopal" userId="70698082-04ea-4475-8900-368c805bd8ff" providerId="ADAL" clId="{52B600C5-0B22-634B-A726-7B7B0C24C8B3}" dt="2024-04-30T09:05:57.379" v="301" actId="931"/>
          <ac:picMkLst>
            <pc:docMk/>
            <pc:sldMk cId="3788452372" sldId="274"/>
            <ac:picMk id="6" creationId="{DB9D05D3-8206-8F4C-9411-577E4C1A2DFB}"/>
          </ac:picMkLst>
        </pc:picChg>
      </pc:sldChg>
      <pc:sldChg chg="addSp delSp modSp new">
        <pc:chgData name="Savitha Gopal" userId="70698082-04ea-4475-8900-368c805bd8ff" providerId="ADAL" clId="{52B600C5-0B22-634B-A726-7B7B0C24C8B3}" dt="2024-04-30T09:08:48.755" v="341" actId="14100"/>
        <pc:sldMkLst>
          <pc:docMk/>
          <pc:sldMk cId="3617482066" sldId="275"/>
        </pc:sldMkLst>
        <pc:spChg chg="del">
          <ac:chgData name="Savitha Gopal" userId="70698082-04ea-4475-8900-368c805bd8ff" providerId="ADAL" clId="{52B600C5-0B22-634B-A726-7B7B0C24C8B3}" dt="2024-04-30T09:07:40.851" v="305" actId="22"/>
          <ac:spMkLst>
            <pc:docMk/>
            <pc:sldMk cId="3617482066" sldId="275"/>
            <ac:spMk id="2" creationId="{87FFD3A5-7022-A3BE-85E1-3BC44F985F08}"/>
          </ac:spMkLst>
        </pc:spChg>
        <pc:spChg chg="mod">
          <ac:chgData name="Savitha Gopal" userId="70698082-04ea-4475-8900-368c805bd8ff" providerId="ADAL" clId="{52B600C5-0B22-634B-A726-7B7B0C24C8B3}" dt="2024-04-30T09:08:48.755" v="341" actId="14100"/>
          <ac:spMkLst>
            <pc:docMk/>
            <pc:sldMk cId="3617482066" sldId="275"/>
            <ac:spMk id="3" creationId="{0147540A-DF6C-7AC7-7681-65675096627D}"/>
          </ac:spMkLst>
        </pc:spChg>
        <pc:spChg chg="add mod">
          <ac:chgData name="Savitha Gopal" userId="70698082-04ea-4475-8900-368c805bd8ff" providerId="ADAL" clId="{52B600C5-0B22-634B-A726-7B7B0C24C8B3}" dt="2024-04-30T09:07:40.851" v="305" actId="22"/>
          <ac:spMkLst>
            <pc:docMk/>
            <pc:sldMk cId="3617482066" sldId="275"/>
            <ac:spMk id="5" creationId="{0A0FDE5B-0B94-C454-90FE-CA3E7DEE3949}"/>
          </ac:spMkLst>
        </pc:spChg>
      </pc:sldChg>
      <pc:sldChg chg="modSp new">
        <pc:chgData name="Savitha Gopal" userId="70698082-04ea-4475-8900-368c805bd8ff" providerId="ADAL" clId="{52B600C5-0B22-634B-A726-7B7B0C24C8B3}" dt="2024-04-30T12:30:22.271" v="384" actId="20577"/>
        <pc:sldMkLst>
          <pc:docMk/>
          <pc:sldMk cId="2649245250" sldId="276"/>
        </pc:sldMkLst>
        <pc:spChg chg="mod">
          <ac:chgData name="Savitha Gopal" userId="70698082-04ea-4475-8900-368c805bd8ff" providerId="ADAL" clId="{52B600C5-0B22-634B-A726-7B7B0C24C8B3}" dt="2024-04-30T09:50:37.151" v="343" actId="20577"/>
          <ac:spMkLst>
            <pc:docMk/>
            <pc:sldMk cId="2649245250" sldId="276"/>
            <ac:spMk id="2" creationId="{C5E15DC1-0001-BA43-FC13-1924B0233387}"/>
          </ac:spMkLst>
        </pc:spChg>
        <pc:spChg chg="mod">
          <ac:chgData name="Savitha Gopal" userId="70698082-04ea-4475-8900-368c805bd8ff" providerId="ADAL" clId="{52B600C5-0B22-634B-A726-7B7B0C24C8B3}" dt="2024-04-30T12:30:22.271" v="384" actId="20577"/>
          <ac:spMkLst>
            <pc:docMk/>
            <pc:sldMk cId="2649245250" sldId="276"/>
            <ac:spMk id="3" creationId="{45C8F6D6-E900-9526-46EF-0DB9052B0C32}"/>
          </ac:spMkLst>
        </pc:spChg>
      </pc:sldChg>
      <pc:sldChg chg="addSp delSp modSp new">
        <pc:chgData name="Savitha Gopal" userId="70698082-04ea-4475-8900-368c805bd8ff" providerId="ADAL" clId="{52B600C5-0B22-634B-A726-7B7B0C24C8B3}" dt="2024-04-30T12:26:40.503" v="362" actId="1076"/>
        <pc:sldMkLst>
          <pc:docMk/>
          <pc:sldMk cId="1861273790" sldId="277"/>
        </pc:sldMkLst>
        <pc:spChg chg="del">
          <ac:chgData name="Savitha Gopal" userId="70698082-04ea-4475-8900-368c805bd8ff" providerId="ADAL" clId="{52B600C5-0B22-634B-A726-7B7B0C24C8B3}" dt="2024-04-30T12:24:56.870" v="359" actId="22"/>
          <ac:spMkLst>
            <pc:docMk/>
            <pc:sldMk cId="1861273790" sldId="277"/>
            <ac:spMk id="2" creationId="{4D0E18D4-BA9F-1759-53EE-84B3B33BD2FD}"/>
          </ac:spMkLst>
        </pc:spChg>
        <pc:spChg chg="mod">
          <ac:chgData name="Savitha Gopal" userId="70698082-04ea-4475-8900-368c805bd8ff" providerId="ADAL" clId="{52B600C5-0B22-634B-A726-7B7B0C24C8B3}" dt="2024-04-30T12:24:59.634" v="360" actId="20577"/>
          <ac:spMkLst>
            <pc:docMk/>
            <pc:sldMk cId="1861273790" sldId="277"/>
            <ac:spMk id="3" creationId="{75C6F36A-B6C6-F082-F18C-057B623BDD1B}"/>
          </ac:spMkLst>
        </pc:spChg>
        <pc:spChg chg="add mod">
          <ac:chgData name="Savitha Gopal" userId="70698082-04ea-4475-8900-368c805bd8ff" providerId="ADAL" clId="{52B600C5-0B22-634B-A726-7B7B0C24C8B3}" dt="2024-04-30T12:24:56.870" v="359" actId="22"/>
          <ac:spMkLst>
            <pc:docMk/>
            <pc:sldMk cId="1861273790" sldId="277"/>
            <ac:spMk id="5" creationId="{30DF7638-8809-F6A3-AF21-DE5638CDAAA9}"/>
          </ac:spMkLst>
        </pc:spChg>
        <pc:picChg chg="add mod">
          <ac:chgData name="Savitha Gopal" userId="70698082-04ea-4475-8900-368c805bd8ff" providerId="ADAL" clId="{52B600C5-0B22-634B-A726-7B7B0C24C8B3}" dt="2024-04-30T12:26:40.503" v="362" actId="1076"/>
          <ac:picMkLst>
            <pc:docMk/>
            <pc:sldMk cId="1861273790" sldId="277"/>
            <ac:picMk id="6" creationId="{FB5538EF-6ACA-1F4F-5A93-A61B183A0A3E}"/>
          </ac:picMkLst>
        </pc:picChg>
      </pc:sldChg>
      <pc:sldChg chg="modSp new">
        <pc:chgData name="Savitha Gopal" userId="70698082-04ea-4475-8900-368c805bd8ff" providerId="ADAL" clId="{52B600C5-0B22-634B-A726-7B7B0C24C8B3}" dt="2024-04-30T12:36:12.197" v="396" actId="20577"/>
        <pc:sldMkLst>
          <pc:docMk/>
          <pc:sldMk cId="3984037000" sldId="278"/>
        </pc:sldMkLst>
        <pc:spChg chg="mod">
          <ac:chgData name="Savitha Gopal" userId="70698082-04ea-4475-8900-368c805bd8ff" providerId="ADAL" clId="{52B600C5-0B22-634B-A726-7B7B0C24C8B3}" dt="2024-04-30T12:33:04.505" v="386" actId="20577"/>
          <ac:spMkLst>
            <pc:docMk/>
            <pc:sldMk cId="3984037000" sldId="278"/>
            <ac:spMk id="2" creationId="{E6CB75FA-5487-6D97-D428-266AE6404FC7}"/>
          </ac:spMkLst>
        </pc:spChg>
        <pc:spChg chg="mod">
          <ac:chgData name="Savitha Gopal" userId="70698082-04ea-4475-8900-368c805bd8ff" providerId="ADAL" clId="{52B600C5-0B22-634B-A726-7B7B0C24C8B3}" dt="2024-04-30T12:36:12.197" v="396" actId="20577"/>
          <ac:spMkLst>
            <pc:docMk/>
            <pc:sldMk cId="3984037000" sldId="278"/>
            <ac:spMk id="3" creationId="{E032E5D6-7564-DE8B-862C-D143120F8492}"/>
          </ac:spMkLst>
        </pc:spChg>
      </pc:sldChg>
      <pc:sldChg chg="addSp delSp modSp new">
        <pc:chgData name="Savitha Gopal" userId="70698082-04ea-4475-8900-368c805bd8ff" providerId="ADAL" clId="{52B600C5-0B22-634B-A726-7B7B0C24C8B3}" dt="2024-04-30T12:40:44.744" v="401" actId="1076"/>
        <pc:sldMkLst>
          <pc:docMk/>
          <pc:sldMk cId="2424685886" sldId="279"/>
        </pc:sldMkLst>
        <pc:spChg chg="del">
          <ac:chgData name="Savitha Gopal" userId="70698082-04ea-4475-8900-368c805bd8ff" providerId="ADAL" clId="{52B600C5-0B22-634B-A726-7B7B0C24C8B3}" dt="2024-04-30T12:36:22.747" v="398" actId="22"/>
          <ac:spMkLst>
            <pc:docMk/>
            <pc:sldMk cId="2424685886" sldId="279"/>
            <ac:spMk id="2" creationId="{D48296AF-593F-967A-6E89-C13CB61C144D}"/>
          </ac:spMkLst>
        </pc:spChg>
        <pc:spChg chg="mod">
          <ac:chgData name="Savitha Gopal" userId="70698082-04ea-4475-8900-368c805bd8ff" providerId="ADAL" clId="{52B600C5-0B22-634B-A726-7B7B0C24C8B3}" dt="2024-04-30T12:36:24.833" v="399" actId="20577"/>
          <ac:spMkLst>
            <pc:docMk/>
            <pc:sldMk cId="2424685886" sldId="279"/>
            <ac:spMk id="3" creationId="{F6A52947-24FD-DE38-6F81-328050D1F8C8}"/>
          </ac:spMkLst>
        </pc:spChg>
        <pc:spChg chg="add mod">
          <ac:chgData name="Savitha Gopal" userId="70698082-04ea-4475-8900-368c805bd8ff" providerId="ADAL" clId="{52B600C5-0B22-634B-A726-7B7B0C24C8B3}" dt="2024-04-30T12:36:22.747" v="398" actId="22"/>
          <ac:spMkLst>
            <pc:docMk/>
            <pc:sldMk cId="2424685886" sldId="279"/>
            <ac:spMk id="5" creationId="{7E636E34-2E52-4967-96F4-807C628C62BE}"/>
          </ac:spMkLst>
        </pc:spChg>
        <pc:picChg chg="add mod">
          <ac:chgData name="Savitha Gopal" userId="70698082-04ea-4475-8900-368c805bd8ff" providerId="ADAL" clId="{52B600C5-0B22-634B-A726-7B7B0C24C8B3}" dt="2024-04-30T12:40:44.744" v="401" actId="1076"/>
          <ac:picMkLst>
            <pc:docMk/>
            <pc:sldMk cId="2424685886" sldId="279"/>
            <ac:picMk id="6" creationId="{0DE99668-2F86-D490-F475-4A7B9DA14992}"/>
          </ac:picMkLst>
        </pc:picChg>
      </pc:sldChg>
      <pc:sldChg chg="modSp new">
        <pc:chgData name="Savitha Gopal" userId="70698082-04ea-4475-8900-368c805bd8ff" providerId="ADAL" clId="{52B600C5-0B22-634B-A726-7B7B0C24C8B3}" dt="2024-05-02T00:52:58.524" v="491" actId="27636"/>
        <pc:sldMkLst>
          <pc:docMk/>
          <pc:sldMk cId="2085918659" sldId="280"/>
        </pc:sldMkLst>
        <pc:spChg chg="mod">
          <ac:chgData name="Savitha Gopal" userId="70698082-04ea-4475-8900-368c805bd8ff" providerId="ADAL" clId="{52B600C5-0B22-634B-A726-7B7B0C24C8B3}" dt="2024-04-30T12:41:22.960" v="434" actId="20577"/>
          <ac:spMkLst>
            <pc:docMk/>
            <pc:sldMk cId="2085918659" sldId="280"/>
            <ac:spMk id="2" creationId="{0E5AD2A9-FF58-132B-610A-47A4FE54E0E6}"/>
          </ac:spMkLst>
        </pc:spChg>
        <pc:spChg chg="mod">
          <ac:chgData name="Savitha Gopal" userId="70698082-04ea-4475-8900-368c805bd8ff" providerId="ADAL" clId="{52B600C5-0B22-634B-A726-7B7B0C24C8B3}" dt="2024-05-02T00:52:58.524" v="491" actId="27636"/>
          <ac:spMkLst>
            <pc:docMk/>
            <pc:sldMk cId="2085918659" sldId="280"/>
            <ac:spMk id="3" creationId="{9BAB1F5A-BFED-EFB7-E55B-55E2F0E09DF9}"/>
          </ac:spMkLst>
        </pc:spChg>
      </pc:sldChg>
      <pc:sldChg chg="addSp delSp modSp new">
        <pc:chgData name="Savitha Gopal" userId="70698082-04ea-4475-8900-368c805bd8ff" providerId="ADAL" clId="{52B600C5-0B22-634B-A726-7B7B0C24C8B3}" dt="2024-05-02T01:06:39.300" v="579" actId="27636"/>
        <pc:sldMkLst>
          <pc:docMk/>
          <pc:sldMk cId="22696135" sldId="281"/>
        </pc:sldMkLst>
        <pc:spChg chg="del">
          <ac:chgData name="Savitha Gopal" userId="70698082-04ea-4475-8900-368c805bd8ff" providerId="ADAL" clId="{52B600C5-0B22-634B-A726-7B7B0C24C8B3}" dt="2024-05-02T00:55:02.617" v="525" actId="22"/>
          <ac:spMkLst>
            <pc:docMk/>
            <pc:sldMk cId="22696135" sldId="281"/>
            <ac:spMk id="2" creationId="{D83283D3-D5D3-B27A-38BB-CF6E935529A0}"/>
          </ac:spMkLst>
        </pc:spChg>
        <pc:spChg chg="mod">
          <ac:chgData name="Savitha Gopal" userId="70698082-04ea-4475-8900-368c805bd8ff" providerId="ADAL" clId="{52B600C5-0B22-634B-A726-7B7B0C24C8B3}" dt="2024-05-02T01:06:39.300" v="579" actId="27636"/>
          <ac:spMkLst>
            <pc:docMk/>
            <pc:sldMk cId="22696135" sldId="281"/>
            <ac:spMk id="3" creationId="{92274006-84D9-7B14-D650-30B5891CB885}"/>
          </ac:spMkLst>
        </pc:spChg>
        <pc:spChg chg="add mod">
          <ac:chgData name="Savitha Gopal" userId="70698082-04ea-4475-8900-368c805bd8ff" providerId="ADAL" clId="{52B600C5-0B22-634B-A726-7B7B0C24C8B3}" dt="2024-05-02T00:55:06.413" v="526" actId="14100"/>
          <ac:spMkLst>
            <pc:docMk/>
            <pc:sldMk cId="22696135" sldId="281"/>
            <ac:spMk id="5" creationId="{EE9D6BB8-B12D-AB78-7DAD-BA6FC9D47651}"/>
          </ac:spMkLst>
        </pc:spChg>
      </pc:sldChg>
      <pc:sldChg chg="addSp delSp modSp new">
        <pc:chgData name="Savitha Gopal" userId="70698082-04ea-4475-8900-368c805bd8ff" providerId="ADAL" clId="{52B600C5-0B22-634B-A726-7B7B0C24C8B3}" dt="2024-05-02T01:03:01.202" v="575" actId="255"/>
        <pc:sldMkLst>
          <pc:docMk/>
          <pc:sldMk cId="1854831181" sldId="282"/>
        </pc:sldMkLst>
        <pc:spChg chg="del">
          <ac:chgData name="Savitha Gopal" userId="70698082-04ea-4475-8900-368c805bd8ff" providerId="ADAL" clId="{52B600C5-0B22-634B-A726-7B7B0C24C8B3}" dt="2024-05-02T00:55:46.604" v="534" actId="22"/>
          <ac:spMkLst>
            <pc:docMk/>
            <pc:sldMk cId="1854831181" sldId="282"/>
            <ac:spMk id="2" creationId="{470565AD-97FC-91AB-77CF-A712357E402D}"/>
          </ac:spMkLst>
        </pc:spChg>
        <pc:spChg chg="mod">
          <ac:chgData name="Savitha Gopal" userId="70698082-04ea-4475-8900-368c805bd8ff" providerId="ADAL" clId="{52B600C5-0B22-634B-A726-7B7B0C24C8B3}" dt="2024-05-02T01:03:01.202" v="575" actId="255"/>
          <ac:spMkLst>
            <pc:docMk/>
            <pc:sldMk cId="1854831181" sldId="282"/>
            <ac:spMk id="3" creationId="{1CC28495-052D-0588-E5FF-C78B91C8B759}"/>
          </ac:spMkLst>
        </pc:spChg>
        <pc:spChg chg="add mod">
          <ac:chgData name="Savitha Gopal" userId="70698082-04ea-4475-8900-368c805bd8ff" providerId="ADAL" clId="{52B600C5-0B22-634B-A726-7B7B0C24C8B3}" dt="2024-05-02T00:55:46.604" v="534" actId="22"/>
          <ac:spMkLst>
            <pc:docMk/>
            <pc:sldMk cId="1854831181" sldId="282"/>
            <ac:spMk id="5" creationId="{8FA275ED-0B34-2923-07C9-C3995324D2EE}"/>
          </ac:spMkLst>
        </pc:spChg>
      </pc:sldChg>
      <pc:sldChg chg="addSp delSp modSp new">
        <pc:chgData name="Savitha Gopal" userId="70698082-04ea-4475-8900-368c805bd8ff" providerId="ADAL" clId="{52B600C5-0B22-634B-A726-7B7B0C24C8B3}" dt="2024-05-02T01:14:39.723" v="633" actId="27636"/>
        <pc:sldMkLst>
          <pc:docMk/>
          <pc:sldMk cId="3505582022" sldId="283"/>
        </pc:sldMkLst>
        <pc:spChg chg="del">
          <ac:chgData name="Savitha Gopal" userId="70698082-04ea-4475-8900-368c805bd8ff" providerId="ADAL" clId="{52B600C5-0B22-634B-A726-7B7B0C24C8B3}" dt="2024-05-02T01:07:02.468" v="583" actId="22"/>
          <ac:spMkLst>
            <pc:docMk/>
            <pc:sldMk cId="3505582022" sldId="283"/>
            <ac:spMk id="2" creationId="{9927E08C-AF4F-8130-E96B-9E186EA0C0DA}"/>
          </ac:spMkLst>
        </pc:spChg>
        <pc:spChg chg="mod">
          <ac:chgData name="Savitha Gopal" userId="70698082-04ea-4475-8900-368c805bd8ff" providerId="ADAL" clId="{52B600C5-0B22-634B-A726-7B7B0C24C8B3}" dt="2024-05-02T01:14:39.723" v="633" actId="27636"/>
          <ac:spMkLst>
            <pc:docMk/>
            <pc:sldMk cId="3505582022" sldId="283"/>
            <ac:spMk id="3" creationId="{9F903149-2AC5-AB4F-B707-6A015118455B}"/>
          </ac:spMkLst>
        </pc:spChg>
        <pc:spChg chg="add mod">
          <ac:chgData name="Savitha Gopal" userId="70698082-04ea-4475-8900-368c805bd8ff" providerId="ADAL" clId="{52B600C5-0B22-634B-A726-7B7B0C24C8B3}" dt="2024-05-02T01:07:02.468" v="583" actId="22"/>
          <ac:spMkLst>
            <pc:docMk/>
            <pc:sldMk cId="3505582022" sldId="283"/>
            <ac:spMk id="5" creationId="{F846D944-C736-B7A6-69B6-BAF4FBE0CCE6}"/>
          </ac:spMkLst>
        </pc:spChg>
      </pc:sldChg>
      <pc:sldChg chg="addSp delSp modSp new">
        <pc:chgData name="Savitha Gopal" userId="70698082-04ea-4475-8900-368c805bd8ff" providerId="ADAL" clId="{52B600C5-0B22-634B-A726-7B7B0C24C8B3}" dt="2024-05-02T01:15:39.673" v="651" actId="14100"/>
        <pc:sldMkLst>
          <pc:docMk/>
          <pc:sldMk cId="1119926299" sldId="284"/>
        </pc:sldMkLst>
        <pc:spChg chg="del">
          <ac:chgData name="Savitha Gopal" userId="70698082-04ea-4475-8900-368c805bd8ff" providerId="ADAL" clId="{52B600C5-0B22-634B-A726-7B7B0C24C8B3}" dt="2024-05-02T01:15:33.209" v="650" actId="22"/>
          <ac:spMkLst>
            <pc:docMk/>
            <pc:sldMk cId="1119926299" sldId="284"/>
            <ac:spMk id="2" creationId="{6165B3F8-9213-023B-BEF4-D56A3F12CFEB}"/>
          </ac:spMkLst>
        </pc:spChg>
        <pc:spChg chg="mod">
          <ac:chgData name="Savitha Gopal" userId="70698082-04ea-4475-8900-368c805bd8ff" providerId="ADAL" clId="{52B600C5-0B22-634B-A726-7B7B0C24C8B3}" dt="2024-05-02T01:15:25.958" v="649" actId="113"/>
          <ac:spMkLst>
            <pc:docMk/>
            <pc:sldMk cId="1119926299" sldId="284"/>
            <ac:spMk id="3" creationId="{A781E725-AA1F-6D8E-8E98-0B24AEDCD9BC}"/>
          </ac:spMkLst>
        </pc:spChg>
        <pc:spChg chg="add mod">
          <ac:chgData name="Savitha Gopal" userId="70698082-04ea-4475-8900-368c805bd8ff" providerId="ADAL" clId="{52B600C5-0B22-634B-A726-7B7B0C24C8B3}" dt="2024-05-02T01:15:39.673" v="651" actId="14100"/>
          <ac:spMkLst>
            <pc:docMk/>
            <pc:sldMk cId="1119926299" sldId="284"/>
            <ac:spMk id="5" creationId="{E88FB9FE-F474-EF47-423A-EEAC88B92CF0}"/>
          </ac:spMkLst>
        </pc:spChg>
      </pc:sldChg>
      <pc:sldChg chg="new del">
        <pc:chgData name="Savitha Gopal" userId="70698082-04ea-4475-8900-368c805bd8ff" providerId="ADAL" clId="{52B600C5-0B22-634B-A726-7B7B0C24C8B3}" dt="2024-05-02T01:18:28.064" v="696" actId="680"/>
        <pc:sldMkLst>
          <pc:docMk/>
          <pc:sldMk cId="549783209" sldId="285"/>
        </pc:sldMkLst>
      </pc:sldChg>
      <pc:sldChg chg="new del">
        <pc:chgData name="Savitha Gopal" userId="70698082-04ea-4475-8900-368c805bd8ff" providerId="ADAL" clId="{52B600C5-0B22-634B-A726-7B7B0C24C8B3}" dt="2024-05-02T03:14:19.124" v="702" actId="2696"/>
        <pc:sldMkLst>
          <pc:docMk/>
          <pc:sldMk cId="2765562832" sldId="28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pPr algn="l"/>
              <a:t>11/12/2025</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3249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0CAFDA3-320A-C24D-A7A1-20C1267EC987}"/>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D2411669-6E2C-2243-99CD-6BC9D724FA1F}"/>
                </a:ext>
              </a:extLst>
            </p:cNvPr>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C4E0C522-0F40-ED44-A700-F1BCD1CF74F5}"/>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B79B4380-CBEC-C341-A10E-5EF9A8597959}"/>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F04AD70E-5490-4C4E-A05D-D67949C51A74}"/>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8A8883-9F24-0047-92B7-45B3D2E7D9C0}"/>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AC3A3BB-FD2C-FB44-9478-FA87EF229D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BF46B3B1-E981-BB40-B916-51A6D3851969}"/>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EA7DAE92-7D6B-B042-83BE-047C8EC322A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06AADCE6-4277-EA49-AF23-63B53CA6772A}"/>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58CEA343-047B-DF4E-A7A8-881C7740EA3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FCCBAA07-17CE-2740-AA04-AEDA5EAD2796}"/>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BF15C430-7951-6040-BD4C-4E996E94480E}"/>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0B3467F9-370D-5C4C-9EDE-E0CA0E401568}"/>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8231D73A-BA91-794F-8C09-4F4B41A6D08B}"/>
              </a:ext>
            </a:extLst>
          </p:cNvPr>
          <p:cNvCxnSpPr>
            <a:cxnSpLocks/>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0527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3ABDDED5-B489-454D-A72D-46C9473AB018}"/>
              </a:ext>
            </a:extLst>
          </p:cNvPr>
          <p:cNvGrpSpPr/>
          <p:nvPr/>
        </p:nvGrpSpPr>
        <p:grpSpPr>
          <a:xfrm>
            <a:off x="6201388" y="0"/>
            <a:ext cx="5990612" cy="6858001"/>
            <a:chOff x="6201388" y="0"/>
            <a:chExt cx="5990612" cy="6858001"/>
          </a:xfrm>
        </p:grpSpPr>
        <p:sp>
          <p:nvSpPr>
            <p:cNvPr id="40" name="Oval 39">
              <a:extLst>
                <a:ext uri="{FF2B5EF4-FFF2-40B4-BE49-F238E27FC236}">
                  <a16:creationId xmlns:a16="http://schemas.microsoft.com/office/drawing/2014/main" id="{E6338A9A-49A1-B04D-B479-43604A5CD6D5}"/>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3151B6D8-101B-F34D-992A-1668DB5D0067}"/>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21D4DE71-EB1A-E74C-9364-5FEC5377F4EF}"/>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BD99A5CD-9D3A-DA46-AD96-34B9DB522051}"/>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537DF9-74F2-924C-9B63-22B100C80C92}"/>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7655457-8E4D-F34C-A595-66A45E9C3A1F}"/>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FB0E8D2C-8947-E44C-BC5F-F81B083DAA3E}"/>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a:extLst>
                <a:ext uri="{FF2B5EF4-FFF2-40B4-BE49-F238E27FC236}">
                  <a16:creationId xmlns:a16="http://schemas.microsoft.com/office/drawing/2014/main" id="{ED57F45D-85B8-AC49-A2BA-E941F1BE7F15}"/>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a:extLst>
                <a:ext uri="{FF2B5EF4-FFF2-40B4-BE49-F238E27FC236}">
                  <a16:creationId xmlns:a16="http://schemas.microsoft.com/office/drawing/2014/main" id="{DA576359-CAE3-634C-8DF8-A834BCD7D668}"/>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6343F35-6601-BD4A-B9A5-25361D0453D2}"/>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ED1C169-DCD9-9C4B-91B1-519621155A64}"/>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328AC7-E0BC-0E46-A25B-11D523EC8100}"/>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32BBE02A-588F-6C4D-B310-694098C6A340}"/>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a:extLst>
                <a:ext uri="{FF2B5EF4-FFF2-40B4-BE49-F238E27FC236}">
                  <a16:creationId xmlns:a16="http://schemas.microsoft.com/office/drawing/2014/main" id="{6751D5A0-C90A-0A44-8654-CFE1B719B35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a:extLst>
                <a:ext uri="{FF2B5EF4-FFF2-40B4-BE49-F238E27FC236}">
                  <a16:creationId xmlns:a16="http://schemas.microsoft.com/office/drawing/2014/main" id="{0F0FA086-0D80-B74A-9B37-5EACDE30D61F}"/>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022E302-2A55-8844-A50B-DC16D075E16B}"/>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4B325F5-A048-2843-A40B-3B2B31ECED76}"/>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7707B616-7E85-5442-B46B-AF9426A7A0E9}"/>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a:extLst>
                <a:ext uri="{FF2B5EF4-FFF2-40B4-BE49-F238E27FC236}">
                  <a16:creationId xmlns:a16="http://schemas.microsoft.com/office/drawing/2014/main" id="{08914A00-D181-5847-A150-77CE67F94369}"/>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DAF2D976-5F49-2848-B465-C85708A6D706}"/>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a:extLst>
                <a:ext uri="{FF2B5EF4-FFF2-40B4-BE49-F238E27FC236}">
                  <a16:creationId xmlns:a16="http://schemas.microsoft.com/office/drawing/2014/main" id="{5E333474-B850-354C-A2E2-01735C948D47}"/>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a:extLst>
                <a:ext uri="{FF2B5EF4-FFF2-40B4-BE49-F238E27FC236}">
                  <a16:creationId xmlns:a16="http://schemas.microsoft.com/office/drawing/2014/main" id="{BC25646C-71B3-4A44-A4FE-C3CABE5580BB}"/>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B598CFE9-67EE-E342-9EF7-F40A1E0BE59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a:extLst>
                <a:ext uri="{FF2B5EF4-FFF2-40B4-BE49-F238E27FC236}">
                  <a16:creationId xmlns:a16="http://schemas.microsoft.com/office/drawing/2014/main" id="{1E29AD13-94FE-1349-A28E-10F6E780F510}"/>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245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707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241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299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A5B0A250-5CC0-1746-B209-08E8B0DAE6AF}" type="datetimeFigureOut">
              <a:rPr lang="en-US" smtClean="0"/>
              <a:pPr/>
              <a:t>11/12/2025</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65498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004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220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A5B0A250-5CC0-1746-B209-08E8B0DAE6AF}" type="datetimeFigureOut">
              <a:rPr lang="en-US" smtClean="0"/>
              <a:t>11/12/2025</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475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A5B0A250-5CC0-1746-B209-08E8B0DAE6AF}" type="datetimeFigureOut">
              <a:rPr lang="en-US" smtClean="0"/>
              <a:t>11/12/2025</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870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pPr/>
              <a:t>11/12/2025</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8800717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6F2B51C-9578-EB41-A17E-FFF9D491AD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12" name="Oval 11">
              <a:extLst>
                <a:ext uri="{FF2B5EF4-FFF2-40B4-BE49-F238E27FC236}">
                  <a16:creationId xmlns:a16="http://schemas.microsoft.com/office/drawing/2014/main" id="{14E9CAEA-4CF4-D249-8127-CD2FA2018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85">
              <a:extLst>
                <a:ext uri="{FF2B5EF4-FFF2-40B4-BE49-F238E27FC236}">
                  <a16:creationId xmlns:a16="http://schemas.microsoft.com/office/drawing/2014/main" id="{E51EDD93-C3A3-DF47-BCFC-43B049E34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6">
              <a:extLst>
                <a:ext uri="{FF2B5EF4-FFF2-40B4-BE49-F238E27FC236}">
                  <a16:creationId xmlns:a16="http://schemas.microsoft.com/office/drawing/2014/main" id="{D574DB0D-896A-D649-89B1-33753E1D46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62256DD9-FEA3-4A40-80D1-B33F0FF158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8">
              <a:extLst>
                <a:ext uri="{FF2B5EF4-FFF2-40B4-BE49-F238E27FC236}">
                  <a16:creationId xmlns:a16="http://schemas.microsoft.com/office/drawing/2014/main" id="{534E9839-EAD7-3C49-8D10-E4BFE0820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89">
              <a:extLst>
                <a:ext uri="{FF2B5EF4-FFF2-40B4-BE49-F238E27FC236}">
                  <a16:creationId xmlns:a16="http://schemas.microsoft.com/office/drawing/2014/main" id="{DDFC3FA6-9BB5-A34E-9337-A2E9A1EED9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97">
              <a:extLst>
                <a:ext uri="{FF2B5EF4-FFF2-40B4-BE49-F238E27FC236}">
                  <a16:creationId xmlns:a16="http://schemas.microsoft.com/office/drawing/2014/main" id="{45000D9E-4AD7-5A4F-8E99-302F388C8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cNvSpPr>
            <a:spLocks noGrp="1"/>
          </p:cNvSpPr>
          <p:nvPr>
            <p:ph type="ctrTitle"/>
          </p:nvPr>
        </p:nvSpPr>
        <p:spPr>
          <a:xfrm>
            <a:off x="4739751" y="768334"/>
            <a:ext cx="6479629" cy="2866405"/>
          </a:xfrm>
        </p:spPr>
        <p:txBody>
          <a:bodyPr>
            <a:normAutofit/>
          </a:bodyPr>
          <a:lstStyle/>
          <a:p>
            <a:r>
              <a:rPr lang="en-US" dirty="0"/>
              <a:t>Disk structure</a:t>
            </a:r>
          </a:p>
        </p:txBody>
      </p:sp>
      <p:pic>
        <p:nvPicPr>
          <p:cNvPr id="3" name="Picture 2" descr="Abstract background of data">
            <a:extLst>
              <a:ext uri="{FF2B5EF4-FFF2-40B4-BE49-F238E27FC236}">
                <a16:creationId xmlns:a16="http://schemas.microsoft.com/office/drawing/2014/main" id="{7B3C1577-180C-688E-C45A-DBBEEE01A964}"/>
              </a:ext>
            </a:extLst>
          </p:cNvPr>
          <p:cNvPicPr>
            <a:picLocks noChangeAspect="1"/>
          </p:cNvPicPr>
          <p:nvPr/>
        </p:nvPicPr>
        <p:blipFill rotWithShape="1">
          <a:blip r:embed="rId2"/>
          <a:srcRect l="26492" r="39277" b="-2"/>
          <a:stretch/>
        </p:blipFill>
        <p:spPr>
          <a:xfrm>
            <a:off x="20" y="1"/>
            <a:ext cx="4173349" cy="6857999"/>
          </a:xfrm>
          <a:prstGeom prst="rect">
            <a:avLst/>
          </a:prstGeom>
        </p:spPr>
      </p:pic>
      <p:cxnSp>
        <p:nvCxnSpPr>
          <p:cNvPr id="20" name="Straight Connector 19">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39752" y="6087110"/>
            <a:ext cx="68837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750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66F2B51C-9578-EB41-A17E-FFF9D491AD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41" name="Oval 40">
              <a:extLst>
                <a:ext uri="{FF2B5EF4-FFF2-40B4-BE49-F238E27FC236}">
                  <a16:creationId xmlns:a16="http://schemas.microsoft.com/office/drawing/2014/main" id="{14E9CAEA-4CF4-D249-8127-CD2FA2018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85">
              <a:extLst>
                <a:ext uri="{FF2B5EF4-FFF2-40B4-BE49-F238E27FC236}">
                  <a16:creationId xmlns:a16="http://schemas.microsoft.com/office/drawing/2014/main" id="{E51EDD93-C3A3-DF47-BCFC-43B049E34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86">
              <a:extLst>
                <a:ext uri="{FF2B5EF4-FFF2-40B4-BE49-F238E27FC236}">
                  <a16:creationId xmlns:a16="http://schemas.microsoft.com/office/drawing/2014/main" id="{D574DB0D-896A-D649-89B1-33753E1D46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87">
              <a:extLst>
                <a:ext uri="{FF2B5EF4-FFF2-40B4-BE49-F238E27FC236}">
                  <a16:creationId xmlns:a16="http://schemas.microsoft.com/office/drawing/2014/main" id="{62256DD9-FEA3-4A40-80D1-B33F0FF158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88">
              <a:extLst>
                <a:ext uri="{FF2B5EF4-FFF2-40B4-BE49-F238E27FC236}">
                  <a16:creationId xmlns:a16="http://schemas.microsoft.com/office/drawing/2014/main" id="{534E9839-EAD7-3C49-8D10-E4BFE0820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89">
              <a:extLst>
                <a:ext uri="{FF2B5EF4-FFF2-40B4-BE49-F238E27FC236}">
                  <a16:creationId xmlns:a16="http://schemas.microsoft.com/office/drawing/2014/main" id="{DDFC3FA6-9BB5-A34E-9337-A2E9A1EED9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97">
              <a:extLst>
                <a:ext uri="{FF2B5EF4-FFF2-40B4-BE49-F238E27FC236}">
                  <a16:creationId xmlns:a16="http://schemas.microsoft.com/office/drawing/2014/main" id="{45000D9E-4AD7-5A4F-8E99-302F388C8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cNvSpPr>
            <a:spLocks noGrp="1"/>
          </p:cNvSpPr>
          <p:nvPr>
            <p:ph type="ctrTitle"/>
          </p:nvPr>
        </p:nvSpPr>
        <p:spPr>
          <a:xfrm>
            <a:off x="4739751" y="768334"/>
            <a:ext cx="6479629" cy="2866405"/>
          </a:xfrm>
        </p:spPr>
        <p:txBody>
          <a:bodyPr vert="horz" lIns="91440" tIns="45720" rIns="91440" bIns="45720" rtlCol="0" anchor="t">
            <a:normAutofit/>
          </a:bodyPr>
          <a:lstStyle/>
          <a:p>
            <a:r>
              <a:rPr lang="en-US" sz="6000" dirty="0"/>
              <a:t>Disk structure</a:t>
            </a:r>
          </a:p>
        </p:txBody>
      </p:sp>
      <p:sp>
        <p:nvSpPr>
          <p:cNvPr id="3" name="Content Placeholder"/>
          <p:cNvSpPr>
            <a:spLocks noGrp="1"/>
          </p:cNvSpPr>
          <p:nvPr>
            <p:ph idx="1"/>
          </p:nvPr>
        </p:nvSpPr>
        <p:spPr>
          <a:xfrm>
            <a:off x="4739751" y="1972563"/>
            <a:ext cx="6479629" cy="3785853"/>
          </a:xfrm>
        </p:spPr>
        <p:txBody>
          <a:bodyPr vert="horz" lIns="91440" tIns="45720" rIns="91440" bIns="45720" rtlCol="0" anchor="b">
            <a:normAutofit/>
          </a:bodyPr>
          <a:lstStyle/>
          <a:p>
            <a:r>
              <a:rPr lang="en-US" sz="2000" dirty="0"/>
              <a:t>Disks provide the bulk of secondary storage for modern computer systems.</a:t>
            </a:r>
            <a:endParaRPr lang="en-IN" sz="2000" dirty="0"/>
          </a:p>
          <a:p>
            <a:r>
              <a:rPr lang="en-IN" sz="2000" dirty="0"/>
              <a:t>A hard disk stores and retrieves digital data using magnetic storage</a:t>
            </a:r>
          </a:p>
          <a:p>
            <a:r>
              <a:rPr lang="en-IN" sz="2000" dirty="0"/>
              <a:t>Hard Disk Pack consist of more than one disk.</a:t>
            </a:r>
          </a:p>
          <a:p>
            <a:endParaRPr lang="en-US" sz="2000" dirty="0"/>
          </a:p>
        </p:txBody>
      </p:sp>
      <p:pic>
        <p:nvPicPr>
          <p:cNvPr id="6" name="Picture 5" descr="Illuminated server room panel">
            <a:extLst>
              <a:ext uri="{FF2B5EF4-FFF2-40B4-BE49-F238E27FC236}">
                <a16:creationId xmlns:a16="http://schemas.microsoft.com/office/drawing/2014/main" id="{230C385E-CBEB-4835-8E9A-4B1522397719}"/>
              </a:ext>
            </a:extLst>
          </p:cNvPr>
          <p:cNvPicPr>
            <a:picLocks noChangeAspect="1"/>
          </p:cNvPicPr>
          <p:nvPr/>
        </p:nvPicPr>
        <p:blipFill rotWithShape="1">
          <a:blip r:embed="rId2"/>
          <a:srcRect l="22867" r="36572" b="-3"/>
          <a:stretch/>
        </p:blipFill>
        <p:spPr>
          <a:xfrm>
            <a:off x="20" y="1"/>
            <a:ext cx="4173349" cy="6857999"/>
          </a:xfrm>
          <a:prstGeom prst="rect">
            <a:avLst/>
          </a:prstGeom>
        </p:spPr>
      </p:pic>
      <p:cxnSp>
        <p:nvCxnSpPr>
          <p:cNvPr id="49" name="Straight Connector 48">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39752" y="6087110"/>
            <a:ext cx="68837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655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985809-D442-1836-93BA-C0FE8ADBE961}"/>
              </a:ext>
            </a:extLst>
          </p:cNvPr>
          <p:cNvSpPr>
            <a:spLocks noGrp="1"/>
          </p:cNvSpPr>
          <p:nvPr>
            <p:ph idx="1"/>
          </p:nvPr>
        </p:nvSpPr>
        <p:spPr/>
        <p:txBody>
          <a:bodyPr>
            <a:normAutofit fontScale="92500" lnSpcReduction="20000"/>
          </a:bodyPr>
          <a:lstStyle/>
          <a:p>
            <a:pPr marL="0" indent="0">
              <a:buNone/>
            </a:pPr>
            <a:r>
              <a:rPr lang="en-IN" dirty="0"/>
              <a:t>How Data is Stored in a Hard Disk ?</a:t>
            </a:r>
          </a:p>
          <a:p>
            <a:pPr marL="0" indent="0">
              <a:buNone/>
            </a:pPr>
            <a:r>
              <a:rPr lang="en-IN" dirty="0"/>
              <a:t>
● Data is stored in Disk in form of tracks and sectors.</a:t>
            </a:r>
          </a:p>
          <a:p>
            <a:pPr marL="0" indent="0">
              <a:buNone/>
            </a:pPr>
            <a:r>
              <a:rPr lang="en-IN" dirty="0"/>
              <a:t>
● Disk surface is divided in to tracks.</a:t>
            </a:r>
          </a:p>
          <a:p>
            <a:pPr marL="0" indent="0">
              <a:buNone/>
            </a:pPr>
            <a:r>
              <a:rPr lang="en-IN" dirty="0"/>
              <a:t>
● Track is further divided in to sectors.</a:t>
            </a:r>
          </a:p>
          <a:p>
            <a:pPr marL="0" indent="0">
              <a:buNone/>
            </a:pPr>
            <a:r>
              <a:rPr lang="en-IN" dirty="0"/>
              <a:t>
● Sector is the addressable unit in disk</a:t>
            </a:r>
            <a:endParaRPr lang="en-US" dirty="0"/>
          </a:p>
        </p:txBody>
      </p:sp>
      <p:sp>
        <p:nvSpPr>
          <p:cNvPr id="5" name="Title">
            <a:extLst>
              <a:ext uri="{FF2B5EF4-FFF2-40B4-BE49-F238E27FC236}">
                <a16:creationId xmlns:a16="http://schemas.microsoft.com/office/drawing/2014/main" id="{C12A5656-A587-4930-60B1-7847A7F3A041}"/>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6000" dirty="0"/>
              <a:t>Disk structure</a:t>
            </a:r>
          </a:p>
        </p:txBody>
      </p:sp>
    </p:spTree>
    <p:extLst>
      <p:ext uri="{BB962C8B-B14F-4D97-AF65-F5344CB8AC3E}">
        <p14:creationId xmlns:p14="http://schemas.microsoft.com/office/powerpoint/2010/main" val="40062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A59CCFB0-A5E6-DF04-EFB5-31ABF5F3B7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2754" y="2160588"/>
            <a:ext cx="4900754" cy="3600450"/>
          </a:xfrm>
        </p:spPr>
      </p:pic>
      <p:sp>
        <p:nvSpPr>
          <p:cNvPr id="5" name="Title">
            <a:extLst>
              <a:ext uri="{FF2B5EF4-FFF2-40B4-BE49-F238E27FC236}">
                <a16:creationId xmlns:a16="http://schemas.microsoft.com/office/drawing/2014/main" id="{1950D870-A953-1CCF-791A-039DCEA325CA}"/>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6000" dirty="0"/>
              <a:t>Disk structure</a:t>
            </a:r>
          </a:p>
        </p:txBody>
      </p:sp>
      <p:pic>
        <p:nvPicPr>
          <p:cNvPr id="7" name="Picture 7">
            <a:extLst>
              <a:ext uri="{FF2B5EF4-FFF2-40B4-BE49-F238E27FC236}">
                <a16:creationId xmlns:a16="http://schemas.microsoft.com/office/drawing/2014/main" id="{7F59653A-2016-EACA-D432-D3F2C1070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068" y="1903046"/>
            <a:ext cx="4803322" cy="3857991"/>
          </a:xfrm>
          <a:prstGeom prst="rect">
            <a:avLst/>
          </a:prstGeom>
        </p:spPr>
      </p:pic>
    </p:spTree>
    <p:extLst>
      <p:ext uri="{BB962C8B-B14F-4D97-AF65-F5344CB8AC3E}">
        <p14:creationId xmlns:p14="http://schemas.microsoft.com/office/powerpoint/2010/main" val="1779144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FFD321-DC55-5467-BB83-E428486D3CCF}"/>
              </a:ext>
            </a:extLst>
          </p:cNvPr>
          <p:cNvSpPr>
            <a:spLocks noGrp="1"/>
          </p:cNvSpPr>
          <p:nvPr>
            <p:ph idx="1"/>
          </p:nvPr>
        </p:nvSpPr>
        <p:spPr/>
        <p:txBody>
          <a:bodyPr/>
          <a:lstStyle/>
          <a:p>
            <a:pPr marL="0" indent="0">
              <a:buNone/>
            </a:pPr>
            <a:r>
              <a:rPr lang="en-IN" dirty="0"/>
              <a:t>Disk surface divided into tracks
● A read/write head positioned just above the disk surface
● Information stored by magnetic recording on the track under read/</a:t>
            </a:r>
            <a:r>
              <a:rPr lang="en-IN"/>
              <a:t>write head</a:t>
            </a:r>
            <a:endParaRPr lang="en-IN" dirty="0"/>
          </a:p>
          <a:p>
            <a:endParaRPr lang="en-US" dirty="0"/>
          </a:p>
        </p:txBody>
      </p:sp>
      <p:sp>
        <p:nvSpPr>
          <p:cNvPr id="5" name="Title">
            <a:extLst>
              <a:ext uri="{FF2B5EF4-FFF2-40B4-BE49-F238E27FC236}">
                <a16:creationId xmlns:a16="http://schemas.microsoft.com/office/drawing/2014/main" id="{B416C665-0CB1-F6C7-9B17-6FBA886778BD}"/>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6000" dirty="0"/>
              <a:t>Disk structure</a:t>
            </a:r>
          </a:p>
        </p:txBody>
      </p:sp>
    </p:spTree>
    <p:extLst>
      <p:ext uri="{BB962C8B-B14F-4D97-AF65-F5344CB8AC3E}">
        <p14:creationId xmlns:p14="http://schemas.microsoft.com/office/powerpoint/2010/main" val="1294393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31BE00-BB52-FEE4-185A-DB335104DE1F}"/>
              </a:ext>
            </a:extLst>
          </p:cNvPr>
          <p:cNvPicPr>
            <a:picLocks noChangeAspect="1"/>
          </p:cNvPicPr>
          <p:nvPr/>
        </p:nvPicPr>
        <p:blipFill>
          <a:blip r:embed="rId2"/>
          <a:stretch>
            <a:fillRect/>
          </a:stretch>
        </p:blipFill>
        <p:spPr>
          <a:xfrm>
            <a:off x="2705494" y="553007"/>
            <a:ext cx="6504494" cy="5517430"/>
          </a:xfrm>
          <a:prstGeom prst="rect">
            <a:avLst/>
          </a:prstGeom>
        </p:spPr>
      </p:pic>
    </p:spTree>
    <p:extLst>
      <p:ext uri="{BB962C8B-B14F-4D97-AF65-F5344CB8AC3E}">
        <p14:creationId xmlns:p14="http://schemas.microsoft.com/office/powerpoint/2010/main" val="3369262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B8613B-92F6-BC1B-FC71-DF10B735FA3D}"/>
              </a:ext>
            </a:extLst>
          </p:cNvPr>
          <p:cNvSpPr>
            <a:spLocks noGrp="1"/>
          </p:cNvSpPr>
          <p:nvPr>
            <p:ph idx="1"/>
          </p:nvPr>
        </p:nvSpPr>
        <p:spPr>
          <a:xfrm>
            <a:off x="565150" y="2160015"/>
            <a:ext cx="9691213" cy="3797725"/>
          </a:xfrm>
        </p:spPr>
        <p:txBody>
          <a:bodyPr>
            <a:normAutofit fontScale="77500" lnSpcReduction="20000"/>
          </a:bodyPr>
          <a:lstStyle/>
          <a:p>
            <a:pPr marL="0" indent="0">
              <a:buNone/>
            </a:pPr>
            <a:r>
              <a:rPr lang="en-IN" b="1" dirty="0"/>
              <a:t>Disk controller</a:t>
            </a:r>
            <a:r>
              <a:rPr lang="en-IN" dirty="0"/>
              <a:t>
● </a:t>
            </a:r>
            <a:r>
              <a:rPr lang="en-US" dirty="0"/>
              <a:t>A disk controller is a hardware component that manages data transfer between a computer's central processing unit (CPU) and a storage device like a hard drive or SSD. It acts as an intermediary, translating the operating system's requests into commands the drive can understand, and handling tasks like reading, writing, and error correction</a:t>
            </a:r>
            <a:endParaRPr lang="en-IN" dirty="0"/>
          </a:p>
          <a:p>
            <a:pPr marL="0" indent="0">
              <a:buNone/>
            </a:pPr>
            <a:r>
              <a:rPr lang="en-IN" b="1" dirty="0" err="1"/>
              <a:t>Cylind</a:t>
            </a:r>
            <a:r>
              <a:rPr lang="en-US" b="1" dirty="0"/>
              <a:t>e</a:t>
            </a:r>
            <a:r>
              <a:rPr lang="en-IN" b="1" dirty="0"/>
              <a:t>r</a:t>
            </a:r>
          </a:p>
          <a:p>
            <a:pPr marL="0" indent="0">
              <a:buNone/>
            </a:pPr>
            <a:r>
              <a:rPr lang="en-IN" dirty="0"/>
              <a:t>● Th</a:t>
            </a:r>
            <a:r>
              <a:rPr lang="en-US" dirty="0"/>
              <a:t>e</a:t>
            </a:r>
            <a:r>
              <a:rPr lang="az-Cyrl-AZ" dirty="0"/>
              <a:t> </a:t>
            </a:r>
            <a:r>
              <a:rPr lang="en-IN" dirty="0" err="1"/>
              <a:t>sam</a:t>
            </a:r>
            <a:r>
              <a:rPr lang="en-US" dirty="0"/>
              <a:t>e</a:t>
            </a:r>
            <a:r>
              <a:rPr lang="az-Cyrl-AZ" dirty="0"/>
              <a:t> </a:t>
            </a:r>
            <a:r>
              <a:rPr lang="en-IN" dirty="0"/>
              <a:t>numb</a:t>
            </a:r>
            <a:r>
              <a:rPr lang="en-US" dirty="0"/>
              <a:t>e</a:t>
            </a:r>
            <a:r>
              <a:rPr lang="en-IN" dirty="0"/>
              <a:t>r</a:t>
            </a:r>
            <a:r>
              <a:rPr lang="en-US" dirty="0"/>
              <a:t>e</a:t>
            </a:r>
            <a:r>
              <a:rPr lang="en-IN" dirty="0"/>
              <a:t>d tracks on all </a:t>
            </a:r>
            <a:r>
              <a:rPr lang="en-IN" dirty="0" err="1"/>
              <a:t>th</a:t>
            </a:r>
            <a:r>
              <a:rPr lang="en-US" dirty="0"/>
              <a:t>e</a:t>
            </a:r>
            <a:r>
              <a:rPr lang="az-Cyrl-AZ" dirty="0"/>
              <a:t> </a:t>
            </a:r>
            <a:r>
              <a:rPr lang="en-IN" dirty="0"/>
              <a:t>disk </a:t>
            </a:r>
            <a:r>
              <a:rPr lang="en-IN" dirty="0" err="1"/>
              <a:t>surfac</a:t>
            </a:r>
            <a:r>
              <a:rPr lang="en-US" dirty="0"/>
              <a:t>e</a:t>
            </a:r>
            <a:r>
              <a:rPr lang="en-IN" dirty="0"/>
              <a:t>s</a:t>
            </a:r>
          </a:p>
          <a:p>
            <a:pPr marL="0" indent="0">
              <a:buNone/>
            </a:pPr>
            <a:r>
              <a:rPr lang="en-IN" dirty="0"/>
              <a:t>● </a:t>
            </a:r>
            <a:r>
              <a:rPr lang="en-US" dirty="0"/>
              <a:t>E</a:t>
            </a:r>
            <a:r>
              <a:rPr lang="en-IN" dirty="0"/>
              <a:t>ach track contains b</a:t>
            </a:r>
            <a:r>
              <a:rPr lang="en-US" dirty="0"/>
              <a:t>e</a:t>
            </a:r>
            <a:r>
              <a:rPr lang="en-IN" dirty="0" err="1"/>
              <a:t>tw</a:t>
            </a:r>
            <a:r>
              <a:rPr lang="en-US" dirty="0"/>
              <a:t>ee</a:t>
            </a:r>
            <a:r>
              <a:rPr lang="en-IN" dirty="0"/>
              <a:t>n 8 to 32 s</a:t>
            </a:r>
            <a:r>
              <a:rPr lang="en-US" dirty="0"/>
              <a:t>e</a:t>
            </a:r>
            <a:r>
              <a:rPr lang="en-IN" dirty="0" err="1"/>
              <a:t>ctors</a:t>
            </a:r>
            <a:endParaRPr lang="en-IN" dirty="0"/>
          </a:p>
          <a:p>
            <a:pPr marL="0" indent="0">
              <a:buNone/>
            </a:pPr>
            <a:r>
              <a:rPr lang="en-IN" b="1" dirty="0"/>
              <a:t>S</a:t>
            </a:r>
            <a:r>
              <a:rPr lang="en-US" b="1" dirty="0"/>
              <a:t>e</a:t>
            </a:r>
            <a:r>
              <a:rPr lang="en-IN" b="1" dirty="0" err="1"/>
              <a:t>ctor</a:t>
            </a:r>
            <a:endParaRPr lang="en-IN" b="1" dirty="0"/>
          </a:p>
          <a:p>
            <a:pPr marL="0" indent="0">
              <a:buNone/>
            </a:pPr>
            <a:r>
              <a:rPr lang="en-IN" dirty="0"/>
              <a:t>● Small</a:t>
            </a:r>
            <a:r>
              <a:rPr lang="en-US" dirty="0"/>
              <a:t>e</a:t>
            </a:r>
            <a:r>
              <a:rPr lang="en-IN" dirty="0" err="1"/>
              <a:t>st</a:t>
            </a:r>
            <a:r>
              <a:rPr lang="en-IN" dirty="0"/>
              <a:t> unit of information that can b</a:t>
            </a:r>
            <a:r>
              <a:rPr lang="en-US" dirty="0"/>
              <a:t>e</a:t>
            </a:r>
            <a:r>
              <a:rPr lang="az-Cyrl-AZ" dirty="0"/>
              <a:t> </a:t>
            </a:r>
            <a:r>
              <a:rPr lang="en-IN" dirty="0"/>
              <a:t>r</a:t>
            </a:r>
            <a:r>
              <a:rPr lang="en-US" dirty="0"/>
              <a:t>e</a:t>
            </a:r>
            <a:r>
              <a:rPr lang="en-IN" dirty="0"/>
              <a:t>ad from/</a:t>
            </a:r>
            <a:r>
              <a:rPr lang="en-IN" dirty="0" err="1"/>
              <a:t>writt</a:t>
            </a:r>
            <a:r>
              <a:rPr lang="en-US" dirty="0"/>
              <a:t>e</a:t>
            </a:r>
            <a:r>
              <a:rPr lang="en-IN" dirty="0"/>
              <a:t>n into disk</a:t>
            </a:r>
          </a:p>
          <a:p>
            <a:pPr marL="0" indent="0">
              <a:buNone/>
            </a:pPr>
            <a:r>
              <a:rPr lang="en-IN" dirty="0"/>
              <a:t>● Range</a:t>
            </a:r>
            <a:r>
              <a:rPr lang="az-Cyrl-AZ" dirty="0"/>
              <a:t> </a:t>
            </a:r>
            <a:r>
              <a:rPr lang="en-IN" dirty="0"/>
              <a:t>from 32 </a:t>
            </a:r>
            <a:r>
              <a:rPr lang="en-IN" dirty="0" err="1"/>
              <a:t>byt</a:t>
            </a:r>
            <a:r>
              <a:rPr lang="en-US" dirty="0"/>
              <a:t>e</a:t>
            </a:r>
            <a:r>
              <a:rPr lang="en-IN" dirty="0"/>
              <a:t>s to 4096 </a:t>
            </a:r>
            <a:r>
              <a:rPr lang="en-IN" dirty="0" err="1"/>
              <a:t>byt</a:t>
            </a:r>
            <a:r>
              <a:rPr lang="en-US" dirty="0"/>
              <a:t>e</a:t>
            </a:r>
            <a:r>
              <a:rPr lang="en-IN" dirty="0"/>
              <a:t>s</a:t>
            </a:r>
            <a:endParaRPr lang="en-US" dirty="0"/>
          </a:p>
        </p:txBody>
      </p:sp>
      <p:sp>
        <p:nvSpPr>
          <p:cNvPr id="5" name="Title">
            <a:extLst>
              <a:ext uri="{FF2B5EF4-FFF2-40B4-BE49-F238E27FC236}">
                <a16:creationId xmlns:a16="http://schemas.microsoft.com/office/drawing/2014/main" id="{31522A6F-88A8-37CA-554F-0745495F18D0}"/>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6000"/>
              <a:t>Disk structure</a:t>
            </a:r>
            <a:endParaRPr lang="en-US" sz="6000" dirty="0"/>
          </a:p>
        </p:txBody>
      </p:sp>
    </p:spTree>
    <p:extLst>
      <p:ext uri="{BB962C8B-B14F-4D97-AF65-F5344CB8AC3E}">
        <p14:creationId xmlns:p14="http://schemas.microsoft.com/office/powerpoint/2010/main" val="2847557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589D-5770-74A4-F5B7-27AEC89CAE0D}"/>
              </a:ext>
            </a:extLst>
          </p:cNvPr>
          <p:cNvSpPr>
            <a:spLocks noGrp="1"/>
          </p:cNvSpPr>
          <p:nvPr>
            <p:ph type="title"/>
          </p:nvPr>
        </p:nvSpPr>
        <p:spPr/>
        <p:txBody>
          <a:bodyPr/>
          <a:lstStyle/>
          <a:p>
            <a:r>
              <a:rPr lang="en-IN" dirty="0"/>
              <a:t>Disk Scheduling</a:t>
            </a:r>
            <a:endParaRPr lang="en-US" dirty="0"/>
          </a:p>
        </p:txBody>
      </p:sp>
      <p:sp>
        <p:nvSpPr>
          <p:cNvPr id="3" name="Content Placeholder 2">
            <a:extLst>
              <a:ext uri="{FF2B5EF4-FFF2-40B4-BE49-F238E27FC236}">
                <a16:creationId xmlns:a16="http://schemas.microsoft.com/office/drawing/2014/main" id="{CB1BB289-6A93-208C-E90C-644C59B43112}"/>
              </a:ext>
            </a:extLst>
          </p:cNvPr>
          <p:cNvSpPr>
            <a:spLocks noGrp="1"/>
          </p:cNvSpPr>
          <p:nvPr>
            <p:ph idx="1"/>
          </p:nvPr>
        </p:nvSpPr>
        <p:spPr>
          <a:xfrm>
            <a:off x="565150" y="2150588"/>
            <a:ext cx="9427262" cy="3712883"/>
          </a:xfrm>
        </p:spPr>
        <p:txBody>
          <a:bodyPr>
            <a:normAutofit fontScale="85000" lnSpcReduction="10000"/>
          </a:bodyPr>
          <a:lstStyle/>
          <a:p>
            <a:r>
              <a:rPr lang="en-US" dirty="0"/>
              <a:t>For the disk drives, OS</a:t>
            </a:r>
            <a:r>
              <a:rPr lang="en-IN" dirty="0"/>
              <a:t> responsibility is to handle disk drive efficiently that means</a:t>
            </a:r>
            <a:r>
              <a:rPr lang="en-US" dirty="0"/>
              <a:t> having a fast access time and disk bandwidth. </a:t>
            </a:r>
            <a:endParaRPr lang="en-IN" dirty="0"/>
          </a:p>
          <a:p>
            <a:r>
              <a:rPr lang="en-US" dirty="0"/>
              <a:t>The access time has two major components . The </a:t>
            </a:r>
            <a:r>
              <a:rPr lang="en-US" b="1" dirty="0"/>
              <a:t>seek time</a:t>
            </a:r>
            <a:r>
              <a:rPr lang="en-US" dirty="0"/>
              <a:t> is the time for the disk arm to move the heads to the cylinder containing the desired sector. </a:t>
            </a:r>
            <a:endParaRPr lang="en-IN" dirty="0"/>
          </a:p>
          <a:p>
            <a:r>
              <a:rPr lang="en-US" dirty="0"/>
              <a:t>The </a:t>
            </a:r>
            <a:r>
              <a:rPr lang="en-US" b="1" dirty="0"/>
              <a:t>rotational latency</a:t>
            </a:r>
            <a:r>
              <a:rPr lang="en-US" dirty="0"/>
              <a:t> is the additional time waiting for the </a:t>
            </a:r>
            <a:r>
              <a:rPr lang="en-US" b="1" dirty="0"/>
              <a:t>disk to rotate the desired sector to the disk head</a:t>
            </a:r>
            <a:r>
              <a:rPr lang="en-US" dirty="0"/>
              <a:t>. </a:t>
            </a:r>
            <a:endParaRPr lang="en-IN" dirty="0"/>
          </a:p>
          <a:p>
            <a:r>
              <a:rPr lang="en-US" dirty="0"/>
              <a:t>The </a:t>
            </a:r>
            <a:r>
              <a:rPr lang="en-US" b="1" dirty="0"/>
              <a:t>disk bandwidth </a:t>
            </a:r>
            <a:r>
              <a:rPr lang="en-US" dirty="0"/>
              <a:t>is the total number of bytes transferred, divided by the total time between the first request for service and the completion of the last transfer. </a:t>
            </a:r>
            <a:endParaRPr lang="en-IN" dirty="0"/>
          </a:p>
          <a:p>
            <a:r>
              <a:rPr lang="en-US" dirty="0"/>
              <a:t>We can improve both the access time and the bandwidth by scheduling the servicing of disk I/O requests in a good order.</a:t>
            </a:r>
          </a:p>
        </p:txBody>
      </p:sp>
    </p:spTree>
    <p:extLst>
      <p:ext uri="{BB962C8B-B14F-4D97-AF65-F5344CB8AC3E}">
        <p14:creationId xmlns:p14="http://schemas.microsoft.com/office/powerpoint/2010/main" val="3589579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3913A-E91D-6210-FA15-12ECE4551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437BA-CD4A-A240-8AB2-589B583FFEE1}"/>
              </a:ext>
            </a:extLst>
          </p:cNvPr>
          <p:cNvSpPr>
            <a:spLocks noGrp="1"/>
          </p:cNvSpPr>
          <p:nvPr>
            <p:ph type="title"/>
          </p:nvPr>
        </p:nvSpPr>
        <p:spPr/>
        <p:txBody>
          <a:bodyPr/>
          <a:lstStyle/>
          <a:p>
            <a:r>
              <a:rPr lang="en-IN" dirty="0"/>
              <a:t>Disk Scheduling</a:t>
            </a:r>
            <a:endParaRPr lang="en-US" dirty="0"/>
          </a:p>
        </p:txBody>
      </p:sp>
      <p:sp>
        <p:nvSpPr>
          <p:cNvPr id="3" name="Content Placeholder 2">
            <a:extLst>
              <a:ext uri="{FF2B5EF4-FFF2-40B4-BE49-F238E27FC236}">
                <a16:creationId xmlns:a16="http://schemas.microsoft.com/office/drawing/2014/main" id="{3877BD48-A817-2C1F-EF9C-807415FF75C0}"/>
              </a:ext>
            </a:extLst>
          </p:cNvPr>
          <p:cNvSpPr>
            <a:spLocks noGrp="1"/>
          </p:cNvSpPr>
          <p:nvPr>
            <p:ph idx="1"/>
          </p:nvPr>
        </p:nvSpPr>
        <p:spPr>
          <a:xfrm>
            <a:off x="565150" y="2150588"/>
            <a:ext cx="9427262" cy="3712883"/>
          </a:xfrm>
        </p:spPr>
        <p:txBody>
          <a:bodyPr>
            <a:normAutofit lnSpcReduction="10000"/>
          </a:bodyPr>
          <a:lstStyle/>
          <a:p>
            <a:r>
              <a:rPr lang="en-US" dirty="0"/>
              <a:t>When a process needs I/O from or to the disk, the process issues a system call to the operating system. </a:t>
            </a:r>
          </a:p>
          <a:p>
            <a:r>
              <a:rPr lang="en-US" dirty="0"/>
              <a:t>The system call indicates whether </a:t>
            </a:r>
          </a:p>
          <a:p>
            <a:pPr lvl="1">
              <a:buFont typeface="Wingdings" panose="05000000000000000000" pitchFamily="2" charset="2"/>
              <a:buChar char="Ø"/>
            </a:pPr>
            <a:r>
              <a:rPr lang="en-US" dirty="0"/>
              <a:t>The operation is input (read) or output (write), </a:t>
            </a:r>
          </a:p>
          <a:p>
            <a:pPr lvl="1">
              <a:buFont typeface="Wingdings" panose="05000000000000000000" pitchFamily="2" charset="2"/>
              <a:buChar char="Ø"/>
            </a:pPr>
            <a:r>
              <a:rPr lang="en-US" dirty="0"/>
              <a:t>What the disk address for the transfer is (the location in the disk from where data is to be read or to where data is to be written),</a:t>
            </a:r>
          </a:p>
          <a:p>
            <a:pPr lvl="1">
              <a:buFont typeface="Wingdings" panose="05000000000000000000" pitchFamily="2" charset="2"/>
              <a:buChar char="Ø"/>
            </a:pPr>
            <a:r>
              <a:rPr lang="en-US" dirty="0"/>
              <a:t>What the memory address for the transfer is (the location in the main memory from where data is to be moved to the disk or to where data is moved from the disk) and </a:t>
            </a:r>
          </a:p>
          <a:p>
            <a:pPr lvl="1">
              <a:buFont typeface="Wingdings" panose="05000000000000000000" pitchFamily="2" charset="2"/>
              <a:buChar char="Ø"/>
            </a:pPr>
            <a:r>
              <a:rPr lang="en-US" dirty="0"/>
              <a:t>What the number of bytes to be transferred is.</a:t>
            </a:r>
          </a:p>
          <a:p>
            <a:endParaRPr lang="en-US" dirty="0"/>
          </a:p>
        </p:txBody>
      </p:sp>
    </p:spTree>
    <p:extLst>
      <p:ext uri="{BB962C8B-B14F-4D97-AF65-F5344CB8AC3E}">
        <p14:creationId xmlns:p14="http://schemas.microsoft.com/office/powerpoint/2010/main" val="671579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FA82-9345-2531-E109-EB50CDF46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C03E0-5140-1708-D384-CAA8600295A2}"/>
              </a:ext>
            </a:extLst>
          </p:cNvPr>
          <p:cNvSpPr>
            <a:spLocks noGrp="1"/>
          </p:cNvSpPr>
          <p:nvPr>
            <p:ph type="title"/>
          </p:nvPr>
        </p:nvSpPr>
        <p:spPr/>
        <p:txBody>
          <a:bodyPr/>
          <a:lstStyle/>
          <a:p>
            <a:r>
              <a:rPr lang="en-IN" dirty="0"/>
              <a:t>Disk Scheduling</a:t>
            </a:r>
            <a:endParaRPr lang="en-US" dirty="0"/>
          </a:p>
        </p:txBody>
      </p:sp>
      <p:sp>
        <p:nvSpPr>
          <p:cNvPr id="3" name="Content Placeholder 2">
            <a:extLst>
              <a:ext uri="{FF2B5EF4-FFF2-40B4-BE49-F238E27FC236}">
                <a16:creationId xmlns:a16="http://schemas.microsoft.com/office/drawing/2014/main" id="{51E0AF0B-8F5C-A130-34D9-931FB8B618BA}"/>
              </a:ext>
            </a:extLst>
          </p:cNvPr>
          <p:cNvSpPr>
            <a:spLocks noGrp="1"/>
          </p:cNvSpPr>
          <p:nvPr>
            <p:ph idx="1"/>
          </p:nvPr>
        </p:nvSpPr>
        <p:spPr>
          <a:xfrm>
            <a:off x="565150" y="2150588"/>
            <a:ext cx="9427262" cy="3712883"/>
          </a:xfrm>
        </p:spPr>
        <p:txBody>
          <a:bodyPr>
            <a:normAutofit fontScale="92500" lnSpcReduction="10000"/>
          </a:bodyPr>
          <a:lstStyle/>
          <a:p>
            <a:r>
              <a:rPr lang="en-US" dirty="0"/>
              <a:t>If the desired disk drive and controller are available, the request is serviced immediately.</a:t>
            </a:r>
          </a:p>
          <a:p>
            <a:r>
              <a:rPr lang="en-US" dirty="0"/>
              <a:t>If the disk drive or controller is busy, the request is placed in the queue of pending requests. </a:t>
            </a:r>
          </a:p>
          <a:p>
            <a:r>
              <a:rPr lang="en-US" dirty="0"/>
              <a:t>The operating system services the requests one after the other.</a:t>
            </a:r>
          </a:p>
          <a:p>
            <a:r>
              <a:rPr lang="en-US" dirty="0"/>
              <a:t>When one request is completed, the operating system chooses which pending request to service next. </a:t>
            </a:r>
          </a:p>
          <a:p>
            <a:r>
              <a:rPr lang="en-US" dirty="0">
                <a:solidFill>
                  <a:srgbClr val="0070C0"/>
                </a:solidFill>
              </a:rPr>
              <a:t>How does the operating system make this choice? </a:t>
            </a:r>
          </a:p>
          <a:p>
            <a:r>
              <a:rPr lang="en-US" dirty="0"/>
              <a:t>This choice is done in different ways using different algorithms called the disk scheduling algorithms.</a:t>
            </a:r>
          </a:p>
        </p:txBody>
      </p:sp>
    </p:spTree>
    <p:extLst>
      <p:ext uri="{BB962C8B-B14F-4D97-AF65-F5344CB8AC3E}">
        <p14:creationId xmlns:p14="http://schemas.microsoft.com/office/powerpoint/2010/main" val="106659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305495-16D7-8489-5F8B-5F5AE9AB09D4}"/>
              </a:ext>
            </a:extLst>
          </p:cNvPr>
          <p:cNvSpPr>
            <a:spLocks noGrp="1"/>
          </p:cNvSpPr>
          <p:nvPr>
            <p:ph idx="1"/>
          </p:nvPr>
        </p:nvSpPr>
        <p:spPr>
          <a:xfrm>
            <a:off x="565150" y="2160016"/>
            <a:ext cx="9238978" cy="3601212"/>
          </a:xfrm>
        </p:spPr>
        <p:txBody>
          <a:bodyPr>
            <a:normAutofit/>
          </a:bodyPr>
          <a:lstStyle/>
          <a:p>
            <a:r>
              <a:rPr lang="en-IN" dirty="0"/>
              <a:t> Simplest form of disk scheduling is, the first-come, first-served (FCFS) algorithm. </a:t>
            </a:r>
          </a:p>
          <a:p>
            <a:r>
              <a:rPr lang="en-IN" dirty="0"/>
              <a:t> Consider, for example, a disk queue with requests for I/O to blocks on cylinders in that order.</a:t>
            </a:r>
          </a:p>
          <a:p>
            <a:r>
              <a:rPr lang="en-IN" dirty="0"/>
              <a:t> If the disk head is initially at cylinder 53, it will first move from 53 to 98, then to 183, 37, 122, 14, 124, 65, and finally to 67, for a total head movement of 640 cylinders</a:t>
            </a:r>
            <a:endParaRPr lang="en-US" dirty="0"/>
          </a:p>
        </p:txBody>
      </p:sp>
      <p:sp>
        <p:nvSpPr>
          <p:cNvPr id="5" name="Title 1">
            <a:extLst>
              <a:ext uri="{FF2B5EF4-FFF2-40B4-BE49-F238E27FC236}">
                <a16:creationId xmlns:a16="http://schemas.microsoft.com/office/drawing/2014/main" id="{2C7EA2CE-8D1C-09B0-B19A-ABBD634D36B4}"/>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dirty="0"/>
              <a:t>FCFS Scheduling</a:t>
            </a:r>
          </a:p>
        </p:txBody>
      </p:sp>
    </p:spTree>
    <p:extLst>
      <p:ext uri="{BB962C8B-B14F-4D97-AF65-F5344CB8AC3E}">
        <p14:creationId xmlns:p14="http://schemas.microsoft.com/office/powerpoint/2010/main" val="333059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7336C46-189A-6184-9DFA-EEF9FDDD62F6}"/>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dirty="0"/>
              <a:t>FCFS Scheduling</a:t>
            </a:r>
          </a:p>
        </p:txBody>
      </p:sp>
      <p:sp>
        <p:nvSpPr>
          <p:cNvPr id="2" name="TextBox 1">
            <a:extLst>
              <a:ext uri="{FF2B5EF4-FFF2-40B4-BE49-F238E27FC236}">
                <a16:creationId xmlns:a16="http://schemas.microsoft.com/office/drawing/2014/main" id="{BEC86674-BDAC-B3EA-11D2-F6ADD775F9E6}"/>
              </a:ext>
            </a:extLst>
          </p:cNvPr>
          <p:cNvSpPr txBox="1"/>
          <p:nvPr/>
        </p:nvSpPr>
        <p:spPr>
          <a:xfrm>
            <a:off x="6096000" y="490982"/>
            <a:ext cx="1828800" cy="1828800"/>
          </a:xfrm>
          <a:prstGeom prst="rect">
            <a:avLst/>
          </a:prstGeom>
          <a:noFill/>
        </p:spPr>
        <p:txBody>
          <a:bodyPr wrap="square" rtlCol="0">
            <a:spAutoFit/>
          </a:bodyPr>
          <a:lstStyle/>
          <a:p>
            <a:pPr algn="l"/>
            <a:endParaRPr lang="en-US" dirty="0"/>
          </a:p>
        </p:txBody>
      </p:sp>
      <p:pic>
        <p:nvPicPr>
          <p:cNvPr id="8" name="Picture 7">
            <a:extLst>
              <a:ext uri="{FF2B5EF4-FFF2-40B4-BE49-F238E27FC236}">
                <a16:creationId xmlns:a16="http://schemas.microsoft.com/office/drawing/2014/main" id="{45AEB6A3-28EF-252D-3314-D890050FAF57}"/>
              </a:ext>
            </a:extLst>
          </p:cNvPr>
          <p:cNvPicPr>
            <a:picLocks noChangeAspect="1"/>
          </p:cNvPicPr>
          <p:nvPr/>
        </p:nvPicPr>
        <p:blipFill>
          <a:blip r:embed="rId2"/>
          <a:stretch>
            <a:fillRect/>
          </a:stretch>
        </p:blipFill>
        <p:spPr>
          <a:xfrm>
            <a:off x="886121" y="1676400"/>
            <a:ext cx="8796042" cy="4298730"/>
          </a:xfrm>
          <a:prstGeom prst="rect">
            <a:avLst/>
          </a:prstGeom>
        </p:spPr>
      </p:pic>
    </p:spTree>
    <p:extLst>
      <p:ext uri="{BB962C8B-B14F-4D97-AF65-F5344CB8AC3E}">
        <p14:creationId xmlns:p14="http://schemas.microsoft.com/office/powerpoint/2010/main" val="1401724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4DB6B-C2AB-C39E-4A9A-D0FBD0B40550}"/>
              </a:ext>
            </a:extLst>
          </p:cNvPr>
          <p:cNvSpPr>
            <a:spLocks noGrp="1"/>
          </p:cNvSpPr>
          <p:nvPr>
            <p:ph type="title"/>
          </p:nvPr>
        </p:nvSpPr>
        <p:spPr>
          <a:xfrm>
            <a:off x="565150" y="770890"/>
            <a:ext cx="8088656" cy="1268984"/>
          </a:xfrm>
        </p:spPr>
        <p:txBody>
          <a:bodyPr>
            <a:normAutofit fontScale="90000"/>
          </a:bodyPr>
          <a:lstStyle/>
          <a:p>
            <a:r>
              <a:rPr lang="en-IN" dirty="0"/>
              <a:t>SSTF (Shortest Seek Time First) Scheduling </a:t>
            </a:r>
            <a:endParaRPr lang="en-US" dirty="0"/>
          </a:p>
        </p:txBody>
      </p:sp>
      <p:sp>
        <p:nvSpPr>
          <p:cNvPr id="3" name="Content Placeholder 2">
            <a:extLst>
              <a:ext uri="{FF2B5EF4-FFF2-40B4-BE49-F238E27FC236}">
                <a16:creationId xmlns:a16="http://schemas.microsoft.com/office/drawing/2014/main" id="{A1CFDC49-43AA-724C-FE26-B40853A7DB04}"/>
              </a:ext>
            </a:extLst>
          </p:cNvPr>
          <p:cNvSpPr>
            <a:spLocks noGrp="1"/>
          </p:cNvSpPr>
          <p:nvPr>
            <p:ph idx="1"/>
          </p:nvPr>
        </p:nvSpPr>
        <p:spPr/>
        <p:txBody>
          <a:bodyPr/>
          <a:lstStyle/>
          <a:p>
            <a:r>
              <a:rPr lang="en-IN" dirty="0"/>
              <a:t> SSTF algorithm selects the request with the minimum seek time from the current head position. 
Since seek time increases with the number of cylinders traversed by the head</a:t>
            </a:r>
            <a:endParaRPr lang="en-US" dirty="0"/>
          </a:p>
        </p:txBody>
      </p:sp>
    </p:spTree>
    <p:extLst>
      <p:ext uri="{BB962C8B-B14F-4D97-AF65-F5344CB8AC3E}">
        <p14:creationId xmlns:p14="http://schemas.microsoft.com/office/powerpoint/2010/main" val="3573824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6CC852A-9A4A-95FD-E352-4B6972CEA967}"/>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SSTF Scheduling </a:t>
            </a:r>
            <a:endParaRPr lang="en-US" dirty="0"/>
          </a:p>
        </p:txBody>
      </p:sp>
      <p:pic>
        <p:nvPicPr>
          <p:cNvPr id="7" name="Picture 6">
            <a:extLst>
              <a:ext uri="{FF2B5EF4-FFF2-40B4-BE49-F238E27FC236}">
                <a16:creationId xmlns:a16="http://schemas.microsoft.com/office/drawing/2014/main" id="{7B7DAB58-6504-FEE7-EE9C-FE9E6DFCD933}"/>
              </a:ext>
            </a:extLst>
          </p:cNvPr>
          <p:cNvPicPr>
            <a:picLocks noChangeAspect="1"/>
          </p:cNvPicPr>
          <p:nvPr/>
        </p:nvPicPr>
        <p:blipFill>
          <a:blip r:embed="rId2"/>
          <a:stretch>
            <a:fillRect/>
          </a:stretch>
        </p:blipFill>
        <p:spPr>
          <a:xfrm>
            <a:off x="1357460" y="1771649"/>
            <a:ext cx="7591277" cy="4410291"/>
          </a:xfrm>
          <a:prstGeom prst="rect">
            <a:avLst/>
          </a:prstGeom>
        </p:spPr>
      </p:pic>
    </p:spTree>
    <p:extLst>
      <p:ext uri="{BB962C8B-B14F-4D97-AF65-F5344CB8AC3E}">
        <p14:creationId xmlns:p14="http://schemas.microsoft.com/office/powerpoint/2010/main" val="3788452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47540A-DF6C-7AC7-7681-65675096627D}"/>
              </a:ext>
            </a:extLst>
          </p:cNvPr>
          <p:cNvSpPr>
            <a:spLocks noGrp="1"/>
          </p:cNvSpPr>
          <p:nvPr>
            <p:ph idx="1"/>
          </p:nvPr>
        </p:nvSpPr>
        <p:spPr>
          <a:xfrm>
            <a:off x="565150" y="2160015"/>
            <a:ext cx="8994486" cy="4441267"/>
          </a:xfrm>
        </p:spPr>
        <p:txBody>
          <a:bodyPr>
            <a:normAutofit/>
          </a:bodyPr>
          <a:lstStyle/>
          <a:p>
            <a:r>
              <a:rPr lang="en-US" dirty="0"/>
              <a:t>The closest request to the initial head position (53) is at cylinder 65. Once we are at cylinder 65, the next closest request is at cylinder 67. </a:t>
            </a:r>
            <a:endParaRPr lang="en-IN" dirty="0"/>
          </a:p>
          <a:p>
            <a:r>
              <a:rPr lang="en-US" dirty="0"/>
              <a:t>From there, the request at cylinder 37 is closer than 98, so 37 is served next. Continuing, we service the request at cylinder 14, then 98, 122, 124, and finally 183 </a:t>
            </a:r>
            <a:r>
              <a:rPr lang="en-IN" dirty="0"/>
              <a:t>. </a:t>
            </a:r>
            <a:r>
              <a:rPr lang="en-US" dirty="0"/>
              <a:t> This scheduling method results in a total head movement of only 236 cylinders</a:t>
            </a:r>
          </a:p>
        </p:txBody>
      </p:sp>
      <p:sp>
        <p:nvSpPr>
          <p:cNvPr id="5" name="Title 1">
            <a:extLst>
              <a:ext uri="{FF2B5EF4-FFF2-40B4-BE49-F238E27FC236}">
                <a16:creationId xmlns:a16="http://schemas.microsoft.com/office/drawing/2014/main" id="{0A0FDE5B-0B94-C454-90FE-CA3E7DEE3949}"/>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SSTF Scheduling </a:t>
            </a:r>
            <a:endParaRPr lang="en-US" dirty="0"/>
          </a:p>
        </p:txBody>
      </p:sp>
    </p:spTree>
    <p:extLst>
      <p:ext uri="{BB962C8B-B14F-4D97-AF65-F5344CB8AC3E}">
        <p14:creationId xmlns:p14="http://schemas.microsoft.com/office/powerpoint/2010/main" val="3617482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15DC1-0001-BA43-FC13-1924B0233387}"/>
              </a:ext>
            </a:extLst>
          </p:cNvPr>
          <p:cNvSpPr>
            <a:spLocks noGrp="1"/>
          </p:cNvSpPr>
          <p:nvPr>
            <p:ph type="title"/>
          </p:nvPr>
        </p:nvSpPr>
        <p:spPr/>
        <p:txBody>
          <a:bodyPr/>
          <a:lstStyle/>
          <a:p>
            <a:r>
              <a:rPr lang="en-IN" dirty="0"/>
              <a:t>SCAN Scheduling </a:t>
            </a:r>
            <a:endParaRPr lang="en-US" dirty="0"/>
          </a:p>
        </p:txBody>
      </p:sp>
      <p:sp>
        <p:nvSpPr>
          <p:cNvPr id="3" name="Content Placeholder 2">
            <a:extLst>
              <a:ext uri="{FF2B5EF4-FFF2-40B4-BE49-F238E27FC236}">
                <a16:creationId xmlns:a16="http://schemas.microsoft.com/office/drawing/2014/main" id="{45C8F6D6-E900-9526-46EF-0DB9052B0C32}"/>
              </a:ext>
            </a:extLst>
          </p:cNvPr>
          <p:cNvSpPr>
            <a:spLocks noGrp="1"/>
          </p:cNvSpPr>
          <p:nvPr>
            <p:ph idx="1"/>
          </p:nvPr>
        </p:nvSpPr>
        <p:spPr>
          <a:xfrm>
            <a:off x="565149" y="1528075"/>
            <a:ext cx="10889299" cy="5024309"/>
          </a:xfrm>
        </p:spPr>
        <p:txBody>
          <a:bodyPr>
            <a:normAutofit lnSpcReduction="10000"/>
          </a:bodyPr>
          <a:lstStyle/>
          <a:p>
            <a:r>
              <a:rPr lang="en-IN" dirty="0"/>
              <a:t> In the SCAN algorithm, the disk arm starts at one end of the disk, and moves toward the other end, servicing requests as it reaches each cylinder, until it gets to the other end of the disk. </a:t>
            </a:r>
          </a:p>
          <a:p>
            <a:r>
              <a:rPr lang="en-IN" dirty="0"/>
              <a:t>At the other end, the direction of head movement is reversed, and servicing continues. The head continuously scans back and forth across the disk.</a:t>
            </a:r>
          </a:p>
          <a:p>
            <a:r>
              <a:rPr lang="en-IN" dirty="0"/>
              <a:t> If a request arrives in the queue just in front of the head, it will be serviced almost immediately; a request arriving just behind the head will have to wait until the arm moves to the end of the disk, reverses direction, and comes back. </a:t>
            </a:r>
          </a:p>
          <a:p>
            <a:r>
              <a:rPr lang="en-IN" dirty="0"/>
              <a:t>The SCAN algorithm is sometimes called the elevator algorithm, since the disk arm behaves just like an elevator in a building, first servicing all the requests going up, and then reversing to service requests the other way.</a:t>
            </a:r>
            <a:endParaRPr lang="en-US" dirty="0"/>
          </a:p>
        </p:txBody>
      </p:sp>
    </p:spTree>
    <p:extLst>
      <p:ext uri="{BB962C8B-B14F-4D97-AF65-F5344CB8AC3E}">
        <p14:creationId xmlns:p14="http://schemas.microsoft.com/office/powerpoint/2010/main" val="2649245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0DF7638-8809-F6A3-AF21-DE5638CDAAA9}"/>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SCAN Scheduling </a:t>
            </a:r>
            <a:endParaRPr lang="en-US" dirty="0"/>
          </a:p>
        </p:txBody>
      </p:sp>
      <p:pic>
        <p:nvPicPr>
          <p:cNvPr id="8" name="Picture 7">
            <a:extLst>
              <a:ext uri="{FF2B5EF4-FFF2-40B4-BE49-F238E27FC236}">
                <a16:creationId xmlns:a16="http://schemas.microsoft.com/office/drawing/2014/main" id="{D52B4C52-988B-E4CA-2117-83AA069A7399}"/>
              </a:ext>
            </a:extLst>
          </p:cNvPr>
          <p:cNvPicPr>
            <a:picLocks noChangeAspect="1"/>
          </p:cNvPicPr>
          <p:nvPr/>
        </p:nvPicPr>
        <p:blipFill>
          <a:blip r:embed="rId2"/>
          <a:stretch>
            <a:fillRect/>
          </a:stretch>
        </p:blipFill>
        <p:spPr>
          <a:xfrm>
            <a:off x="1612904" y="1537058"/>
            <a:ext cx="7335834" cy="3992457"/>
          </a:xfrm>
          <a:prstGeom prst="rect">
            <a:avLst/>
          </a:prstGeom>
        </p:spPr>
      </p:pic>
      <p:sp>
        <p:nvSpPr>
          <p:cNvPr id="10" name="TextBox 9">
            <a:extLst>
              <a:ext uri="{FF2B5EF4-FFF2-40B4-BE49-F238E27FC236}">
                <a16:creationId xmlns:a16="http://schemas.microsoft.com/office/drawing/2014/main" id="{A70F1567-3AE1-B6C0-B20B-30B9B3EF5B60}"/>
              </a:ext>
            </a:extLst>
          </p:cNvPr>
          <p:cNvSpPr txBox="1"/>
          <p:nvPr/>
        </p:nvSpPr>
        <p:spPr>
          <a:xfrm>
            <a:off x="876693" y="5410986"/>
            <a:ext cx="9634194" cy="923330"/>
          </a:xfrm>
          <a:prstGeom prst="rect">
            <a:avLst/>
          </a:prstGeom>
          <a:noFill/>
        </p:spPr>
        <p:txBody>
          <a:bodyPr wrap="square" rtlCol="0">
            <a:spAutoFit/>
          </a:bodyPr>
          <a:lstStyle/>
          <a:p>
            <a:r>
              <a:rPr lang="en-US" dirty="0"/>
              <a:t>In the </a:t>
            </a:r>
            <a:r>
              <a:rPr lang="en-US" b="1" dirty="0"/>
              <a:t>SCAN</a:t>
            </a:r>
            <a:r>
              <a:rPr lang="en-US" dirty="0"/>
              <a:t> disk scheduling algorithm (also known as the Elevator algorithm), the disk head moves all the way to the absolute </a:t>
            </a:r>
            <a:r>
              <a:rPr lang="en-US" b="1" dirty="0"/>
              <a:t>end of the disk</a:t>
            </a:r>
            <a:r>
              <a:rPr lang="en-US" dirty="0"/>
              <a:t> (either the maximum or minimum cylinder, depending on the initial direction) before reversing its direction</a:t>
            </a:r>
            <a:endParaRPr lang="en-IN" dirty="0"/>
          </a:p>
        </p:txBody>
      </p:sp>
    </p:spTree>
    <p:extLst>
      <p:ext uri="{BB962C8B-B14F-4D97-AF65-F5344CB8AC3E}">
        <p14:creationId xmlns:p14="http://schemas.microsoft.com/office/powerpoint/2010/main" val="186127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75FA-5487-6D97-D428-266AE6404FC7}"/>
              </a:ext>
            </a:extLst>
          </p:cNvPr>
          <p:cNvSpPr>
            <a:spLocks noGrp="1"/>
          </p:cNvSpPr>
          <p:nvPr>
            <p:ph type="title"/>
          </p:nvPr>
        </p:nvSpPr>
        <p:spPr/>
        <p:txBody>
          <a:bodyPr/>
          <a:lstStyle/>
          <a:p>
            <a:r>
              <a:rPr lang="en-IN" dirty="0"/>
              <a:t>C-SCAN Scheduling</a:t>
            </a:r>
            <a:endParaRPr lang="en-US" dirty="0"/>
          </a:p>
        </p:txBody>
      </p:sp>
      <p:sp>
        <p:nvSpPr>
          <p:cNvPr id="3" name="Content Placeholder 2">
            <a:extLst>
              <a:ext uri="{FF2B5EF4-FFF2-40B4-BE49-F238E27FC236}">
                <a16:creationId xmlns:a16="http://schemas.microsoft.com/office/drawing/2014/main" id="{E032E5D6-7564-DE8B-862C-D143120F8492}"/>
              </a:ext>
            </a:extLst>
          </p:cNvPr>
          <p:cNvSpPr>
            <a:spLocks noGrp="1"/>
          </p:cNvSpPr>
          <p:nvPr>
            <p:ph idx="1"/>
          </p:nvPr>
        </p:nvSpPr>
        <p:spPr/>
        <p:txBody>
          <a:bodyPr/>
          <a:lstStyle/>
          <a:p>
            <a:r>
              <a:rPr lang="en-US" dirty="0"/>
              <a:t>C-SCAN moves the head from one end of the disk to the other, servicing requests along the way. When the head reaches the other end, however, it immediately returns to the beginning of the disk, without servicing any requests on the return trip </a:t>
            </a:r>
            <a:r>
              <a:rPr lang="en-IN" dirty="0"/>
              <a:t>. </a:t>
            </a:r>
            <a:endParaRPr lang="en-US" dirty="0"/>
          </a:p>
        </p:txBody>
      </p:sp>
    </p:spTree>
    <p:extLst>
      <p:ext uri="{BB962C8B-B14F-4D97-AF65-F5344CB8AC3E}">
        <p14:creationId xmlns:p14="http://schemas.microsoft.com/office/powerpoint/2010/main" val="3984037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E636E34-2E52-4967-96F4-807C628C62BE}"/>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C-SCAN Scheduling</a:t>
            </a:r>
            <a:endParaRPr lang="en-US" dirty="0"/>
          </a:p>
        </p:txBody>
      </p:sp>
      <p:pic>
        <p:nvPicPr>
          <p:cNvPr id="8" name="Picture 7">
            <a:extLst>
              <a:ext uri="{FF2B5EF4-FFF2-40B4-BE49-F238E27FC236}">
                <a16:creationId xmlns:a16="http://schemas.microsoft.com/office/drawing/2014/main" id="{E62E72FB-581E-6A18-82A3-B7242F27CBE3}"/>
              </a:ext>
            </a:extLst>
          </p:cNvPr>
          <p:cNvPicPr>
            <a:picLocks noChangeAspect="1"/>
          </p:cNvPicPr>
          <p:nvPr/>
        </p:nvPicPr>
        <p:blipFill>
          <a:blip r:embed="rId2"/>
          <a:stretch>
            <a:fillRect/>
          </a:stretch>
        </p:blipFill>
        <p:spPr>
          <a:xfrm>
            <a:off x="1545996" y="1671637"/>
            <a:ext cx="7531329" cy="4439394"/>
          </a:xfrm>
          <a:prstGeom prst="rect">
            <a:avLst/>
          </a:prstGeom>
        </p:spPr>
      </p:pic>
    </p:spTree>
    <p:extLst>
      <p:ext uri="{BB962C8B-B14F-4D97-AF65-F5344CB8AC3E}">
        <p14:creationId xmlns:p14="http://schemas.microsoft.com/office/powerpoint/2010/main" val="2424685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AD2A9-FF58-132B-610A-47A4FE54E0E6}"/>
              </a:ext>
            </a:extLst>
          </p:cNvPr>
          <p:cNvSpPr>
            <a:spLocks noGrp="1"/>
          </p:cNvSpPr>
          <p:nvPr>
            <p:ph type="title"/>
          </p:nvPr>
        </p:nvSpPr>
        <p:spPr/>
        <p:txBody>
          <a:bodyPr/>
          <a:lstStyle/>
          <a:p>
            <a:r>
              <a:rPr lang="en-IN" dirty="0"/>
              <a:t>Disk Management</a:t>
            </a:r>
            <a:endParaRPr lang="en-US" dirty="0"/>
          </a:p>
        </p:txBody>
      </p:sp>
      <p:sp>
        <p:nvSpPr>
          <p:cNvPr id="3" name="Content Placeholder 2">
            <a:extLst>
              <a:ext uri="{FF2B5EF4-FFF2-40B4-BE49-F238E27FC236}">
                <a16:creationId xmlns:a16="http://schemas.microsoft.com/office/drawing/2014/main" id="{9BAB1F5A-BFED-EFB7-E55B-55E2F0E09DF9}"/>
              </a:ext>
            </a:extLst>
          </p:cNvPr>
          <p:cNvSpPr>
            <a:spLocks noGrp="1"/>
          </p:cNvSpPr>
          <p:nvPr>
            <p:ph idx="1"/>
          </p:nvPr>
        </p:nvSpPr>
        <p:spPr>
          <a:xfrm>
            <a:off x="1087988" y="2160016"/>
            <a:ext cx="8618343" cy="3601212"/>
          </a:xfrm>
        </p:spPr>
        <p:txBody>
          <a:bodyPr>
            <a:normAutofit fontScale="85000" lnSpcReduction="20000"/>
          </a:bodyPr>
          <a:lstStyle/>
          <a:p>
            <a:r>
              <a:rPr lang="en-IN" b="1" dirty="0"/>
              <a:t>Disk Formatting  </a:t>
            </a:r>
          </a:p>
          <a:p>
            <a:r>
              <a:rPr lang="en-IN" b="1" dirty="0"/>
              <a:t> </a:t>
            </a:r>
            <a:r>
              <a:rPr lang="en-IN" dirty="0"/>
              <a:t>New magnetic disk is a blank slate: They are just platters of a magnetic record material. </a:t>
            </a:r>
          </a:p>
          <a:p>
            <a:r>
              <a:rPr lang="en-IN" dirty="0"/>
              <a:t>Before a disk can store data, it must be divided into sectors that the disk controller can read and write. This process is called </a:t>
            </a:r>
            <a:r>
              <a:rPr lang="en-IN" b="1" dirty="0"/>
              <a:t>low-level formatting</a:t>
            </a:r>
          </a:p>
          <a:p>
            <a:r>
              <a:rPr lang="en-IN" dirty="0"/>
              <a:t>Low-level formatting fills the disk with a special data structure for each sector.</a:t>
            </a:r>
          </a:p>
          <a:p>
            <a:r>
              <a:rPr lang="en-IN" dirty="0"/>
              <a:t>The data structure for a sector typically consists of a header, a data area (usually 512 bytes in size), and a trailer.</a:t>
            </a:r>
          </a:p>
          <a:p>
            <a:r>
              <a:rPr lang="en-IN" dirty="0"/>
              <a:t>The header and trailer contain information used by the disk controller, such as a sector number and an error-correcting code (ECC).</a:t>
            </a:r>
            <a:endParaRPr lang="en-US" dirty="0"/>
          </a:p>
        </p:txBody>
      </p:sp>
    </p:spTree>
    <p:extLst>
      <p:ext uri="{BB962C8B-B14F-4D97-AF65-F5344CB8AC3E}">
        <p14:creationId xmlns:p14="http://schemas.microsoft.com/office/powerpoint/2010/main" val="2085918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274006-84D9-7B14-D650-30B5891CB885}"/>
              </a:ext>
            </a:extLst>
          </p:cNvPr>
          <p:cNvSpPr>
            <a:spLocks noGrp="1"/>
          </p:cNvSpPr>
          <p:nvPr>
            <p:ph idx="1"/>
          </p:nvPr>
        </p:nvSpPr>
        <p:spPr>
          <a:xfrm>
            <a:off x="565150" y="1781667"/>
            <a:ext cx="10485887" cy="4770718"/>
          </a:xfrm>
        </p:spPr>
        <p:txBody>
          <a:bodyPr>
            <a:normAutofit fontScale="85000" lnSpcReduction="20000"/>
          </a:bodyPr>
          <a:lstStyle/>
          <a:p>
            <a:r>
              <a:rPr lang="en-IN" b="1" dirty="0"/>
              <a:t>Disk Formatting </a:t>
            </a:r>
          </a:p>
          <a:p>
            <a:pPr algn="just"/>
            <a:r>
              <a:rPr lang="en-US" dirty="0"/>
              <a:t>Steps and concepts</a:t>
            </a:r>
          </a:p>
          <a:p>
            <a:pPr algn="just"/>
            <a:r>
              <a:rPr lang="en-US" dirty="0"/>
              <a:t>Low-level formatting: This is the initial physical preparation of the disk, creating tracks and sectors on the magnetic platter. This step is often done during manufacturing and is usually not a user-level operation anymore. </a:t>
            </a:r>
          </a:p>
          <a:p>
            <a:pPr algn="just"/>
            <a:r>
              <a:rPr lang="en-US" dirty="0"/>
              <a:t>Partitioning: This is the process of dividing a disk into one or more logical sections called partitions. You can create one or more partitions on a single physical disk to organize data. </a:t>
            </a:r>
          </a:p>
          <a:p>
            <a:pPr algn="just"/>
            <a:r>
              <a:rPr lang="en-US" dirty="0"/>
              <a:t>High-level formatting: This is the user-level process of creating a file system on a partition, which the operating system uses to manage files. It erases the disk's contents and sets up a file system structure (like NTFS or FAT32). </a:t>
            </a:r>
          </a:p>
          <a:p>
            <a:pPr algn="just"/>
            <a:r>
              <a:rPr lang="en-US" dirty="0"/>
              <a:t>File systems: It dictates how data is structured and accessed, typically using a hierarchical directory system (folders and subfolders), and provides a way to retrieve and control files. Common examples include NTFS (Windows), ext4 (Linux), and FAT32 (cross-platform). </a:t>
            </a:r>
          </a:p>
        </p:txBody>
      </p:sp>
      <p:sp>
        <p:nvSpPr>
          <p:cNvPr id="5" name="Title 1">
            <a:extLst>
              <a:ext uri="{FF2B5EF4-FFF2-40B4-BE49-F238E27FC236}">
                <a16:creationId xmlns:a16="http://schemas.microsoft.com/office/drawing/2014/main" id="{EE9D6BB8-B12D-AB78-7DAD-BA6FC9D47651}"/>
              </a:ext>
            </a:extLst>
          </p:cNvPr>
          <p:cNvSpPr txBox="1">
            <a:spLocks noGrp="1"/>
          </p:cNvSpPr>
          <p:nvPr>
            <p:ph type="title"/>
          </p:nvPr>
        </p:nvSpPr>
        <p:spPr>
          <a:xfrm>
            <a:off x="565150" y="770890"/>
            <a:ext cx="7335835" cy="781634"/>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Disk Management</a:t>
            </a:r>
            <a:endParaRPr lang="en-US" dirty="0"/>
          </a:p>
        </p:txBody>
      </p:sp>
    </p:spTree>
    <p:extLst>
      <p:ext uri="{BB962C8B-B14F-4D97-AF65-F5344CB8AC3E}">
        <p14:creationId xmlns:p14="http://schemas.microsoft.com/office/powerpoint/2010/main" val="22696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15B34F-B5E0-833B-9CA1-FB2A9404BFC1}"/>
              </a:ext>
            </a:extLst>
          </p:cNvPr>
          <p:cNvSpPr>
            <a:spLocks noGrp="1"/>
          </p:cNvSpPr>
          <p:nvPr>
            <p:ph idx="1"/>
          </p:nvPr>
        </p:nvSpPr>
        <p:spPr>
          <a:xfrm>
            <a:off x="565150" y="546756"/>
            <a:ext cx="9889176" cy="5184742"/>
          </a:xfrm>
        </p:spPr>
        <p:txBody>
          <a:bodyPr>
            <a:normAutofit fontScale="85000" lnSpcReduction="20000"/>
          </a:bodyPr>
          <a:lstStyle/>
          <a:p>
            <a:r>
              <a:rPr lang="en-US" dirty="0"/>
              <a:t>When the computer is powered on, the system firmware (like BIOS or Unified Extensible Firmware Interface[UEFI]) executes.</a:t>
            </a:r>
          </a:p>
          <a:p>
            <a:r>
              <a:rPr lang="en-US" dirty="0"/>
              <a:t>It performs the Power-On Self-Test (POST) to check that essential hardware components are present and functioning correctly. </a:t>
            </a:r>
          </a:p>
          <a:p>
            <a:r>
              <a:rPr lang="en-US" dirty="0"/>
              <a:t>After POST, the firmware looks for a boot device (like a hard drive).</a:t>
            </a:r>
          </a:p>
          <a:p>
            <a:r>
              <a:rPr lang="en-US" dirty="0"/>
              <a:t>It then loads the first-stage bootloader, a small program that resides in the firmware's read-only memory or on a boot sector, into the system's main memory (RAM). </a:t>
            </a:r>
          </a:p>
          <a:p>
            <a:r>
              <a:rPr lang="en-US" dirty="0"/>
              <a:t>The first-stage bootloader finds and loads a more sophisticated bootloader into RAM.</a:t>
            </a:r>
          </a:p>
          <a:p>
            <a:r>
              <a:rPr lang="en-US" dirty="0"/>
              <a:t>This bootloader's main task is to locate the operating system kernel on the storage device and load it into memory. </a:t>
            </a:r>
          </a:p>
          <a:p>
            <a:r>
              <a:rPr lang="en-US" dirty="0"/>
              <a:t>Once the kernel is loaded, control is transferred to it, and the OS bootstrapping process transitions from the bootloader to the kernel.</a:t>
            </a:r>
          </a:p>
          <a:p>
            <a:r>
              <a:rPr lang="en-US" dirty="0"/>
              <a:t>The kernel identifies, configures, and initializes all the system's hardware and devices, including setting up device drivers. </a:t>
            </a:r>
          </a:p>
          <a:p>
            <a:endParaRPr lang="en-US" dirty="0"/>
          </a:p>
          <a:p>
            <a:endParaRPr lang="en-IN" dirty="0"/>
          </a:p>
        </p:txBody>
      </p:sp>
    </p:spTree>
    <p:extLst>
      <p:ext uri="{BB962C8B-B14F-4D97-AF65-F5344CB8AC3E}">
        <p14:creationId xmlns:p14="http://schemas.microsoft.com/office/powerpoint/2010/main" val="3744657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C28495-052D-0588-E5FF-C78B91C8B759}"/>
              </a:ext>
            </a:extLst>
          </p:cNvPr>
          <p:cNvSpPr>
            <a:spLocks noGrp="1"/>
          </p:cNvSpPr>
          <p:nvPr>
            <p:ph idx="1"/>
          </p:nvPr>
        </p:nvSpPr>
        <p:spPr>
          <a:xfrm>
            <a:off x="565149" y="1564849"/>
            <a:ext cx="10624467" cy="5109328"/>
          </a:xfrm>
        </p:spPr>
        <p:txBody>
          <a:bodyPr>
            <a:noAutofit/>
          </a:bodyPr>
          <a:lstStyle/>
          <a:p>
            <a:pPr marL="0" indent="0">
              <a:buNone/>
            </a:pPr>
            <a:r>
              <a:rPr lang="en-IN" sz="2000" b="1" dirty="0"/>
              <a:t>Boot Block </a:t>
            </a:r>
          </a:p>
          <a:p>
            <a:pPr marL="0" indent="0" algn="just">
              <a:buNone/>
            </a:pPr>
            <a:r>
              <a:rPr lang="en-IN" sz="2000" dirty="0"/>
              <a:t>For a computer to start running-for instance, when it is powered up or rebooted-it needs to have an initial program to run. </a:t>
            </a:r>
          </a:p>
          <a:p>
            <a:pPr marL="0" indent="0" algn="just">
              <a:buNone/>
            </a:pPr>
            <a:r>
              <a:rPr lang="en-US" sz="2000" dirty="0"/>
              <a:t>For most computers, the bootstrap is stored in read-only memory (ROM). This location is convenient, because ROM needs no initialization and is at a fixed location that the processor can start executing when powered up or reset. And, since ROM is read only, it cannot be infected by a computer virus. </a:t>
            </a:r>
            <a:endParaRPr lang="en-IN" sz="2000" dirty="0"/>
          </a:p>
          <a:p>
            <a:pPr marL="0" indent="0" algn="just">
              <a:buNone/>
            </a:pPr>
            <a:r>
              <a:rPr lang="en-US" sz="2000" dirty="0"/>
              <a:t>The problem is that changing this bootstrap code requires changing the ROM hardware chips. For this reason, most systems store a tiny bootstrap loader program in the boot ROM, whose only job is to bring in a full bootstrap program from disk. The full bootstrap program can be changed easily: A new version is simply written onto the disk. </a:t>
            </a:r>
            <a:endParaRPr lang="en-IN" sz="2000" dirty="0"/>
          </a:p>
          <a:p>
            <a:pPr marL="0" indent="0" algn="just">
              <a:buNone/>
            </a:pPr>
            <a:r>
              <a:rPr lang="en-US" sz="2000" dirty="0"/>
              <a:t>The full bootstrap program is stored in a partition called the</a:t>
            </a:r>
            <a:r>
              <a:rPr lang="en-US" sz="2000" b="1" dirty="0"/>
              <a:t> boot blocks</a:t>
            </a:r>
            <a:r>
              <a:rPr lang="en-US" sz="2000" dirty="0"/>
              <a:t>, at a fixed location on the disk. A disk that has a boot partition is called a </a:t>
            </a:r>
            <a:r>
              <a:rPr lang="en-US" sz="2000" b="1" dirty="0"/>
              <a:t>boot disk or system disk</a:t>
            </a:r>
          </a:p>
        </p:txBody>
      </p:sp>
      <p:sp>
        <p:nvSpPr>
          <p:cNvPr id="5" name="Title 1">
            <a:extLst>
              <a:ext uri="{FF2B5EF4-FFF2-40B4-BE49-F238E27FC236}">
                <a16:creationId xmlns:a16="http://schemas.microsoft.com/office/drawing/2014/main" id="{8FA275ED-0B34-2923-07C9-C3995324D2EE}"/>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Disk Management</a:t>
            </a:r>
            <a:endParaRPr lang="en-US" dirty="0"/>
          </a:p>
        </p:txBody>
      </p:sp>
    </p:spTree>
    <p:extLst>
      <p:ext uri="{BB962C8B-B14F-4D97-AF65-F5344CB8AC3E}">
        <p14:creationId xmlns:p14="http://schemas.microsoft.com/office/powerpoint/2010/main" val="1854831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903149-2AC5-AB4F-B707-6A015118455B}"/>
              </a:ext>
            </a:extLst>
          </p:cNvPr>
          <p:cNvSpPr>
            <a:spLocks noGrp="1"/>
          </p:cNvSpPr>
          <p:nvPr>
            <p:ph idx="1"/>
          </p:nvPr>
        </p:nvSpPr>
        <p:spPr>
          <a:xfrm>
            <a:off x="565150" y="2160016"/>
            <a:ext cx="11182690" cy="4404594"/>
          </a:xfrm>
        </p:spPr>
        <p:txBody>
          <a:bodyPr>
            <a:normAutofit/>
          </a:bodyPr>
          <a:lstStyle/>
          <a:p>
            <a:pPr marL="0" indent="0">
              <a:buNone/>
            </a:pPr>
            <a:r>
              <a:rPr lang="en-IN" b="1" dirty="0"/>
              <a:t> Bad Blocks </a:t>
            </a:r>
          </a:p>
          <a:p>
            <a:r>
              <a:rPr lang="en-US" b="1" dirty="0"/>
              <a:t>Physical or logical corruption:</a:t>
            </a:r>
            <a:r>
              <a:rPr lang="en-US" dirty="0"/>
              <a:t> A bad block is a sector (or group of sectors) on a storage device like a hard drive that is either physically damaged or has a logical error.</a:t>
            </a:r>
          </a:p>
          <a:p>
            <a:r>
              <a:rPr lang="en-US" b="1" dirty="0"/>
              <a:t>Unusable:</a:t>
            </a:r>
            <a:r>
              <a:rPr lang="en-US" dirty="0"/>
              <a:t> It cannot be reliably used to store or read data.</a:t>
            </a:r>
          </a:p>
          <a:p>
            <a:r>
              <a:rPr lang="en-US" b="1" dirty="0"/>
              <a:t>Commonly called a "bad sector":</a:t>
            </a:r>
            <a:r>
              <a:rPr lang="en-US" dirty="0"/>
              <a:t> The terms "bad block" and "bad sector" are often used interchangeably, though a block can be a group of sectors. </a:t>
            </a:r>
          </a:p>
        </p:txBody>
      </p:sp>
      <p:sp>
        <p:nvSpPr>
          <p:cNvPr id="5" name="Title 1">
            <a:extLst>
              <a:ext uri="{FF2B5EF4-FFF2-40B4-BE49-F238E27FC236}">
                <a16:creationId xmlns:a16="http://schemas.microsoft.com/office/drawing/2014/main" id="{F846D944-C736-B7A6-69B6-BAF4FBE0CCE6}"/>
              </a:ext>
            </a:extLst>
          </p:cNvPr>
          <p:cNvSpPr txBox="1">
            <a:spLocks noGrp="1"/>
          </p:cNvSpPr>
          <p:nvPr>
            <p:ph type="title"/>
          </p:nvPr>
        </p:nvSpPr>
        <p:spPr>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Disk Management</a:t>
            </a:r>
            <a:endParaRPr lang="en-US" dirty="0"/>
          </a:p>
        </p:txBody>
      </p:sp>
    </p:spTree>
    <p:extLst>
      <p:ext uri="{BB962C8B-B14F-4D97-AF65-F5344CB8AC3E}">
        <p14:creationId xmlns:p14="http://schemas.microsoft.com/office/powerpoint/2010/main" val="3505582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1E725-AA1F-6D8E-8E98-0B24AEDCD9BC}"/>
              </a:ext>
            </a:extLst>
          </p:cNvPr>
          <p:cNvSpPr>
            <a:spLocks noGrp="1"/>
          </p:cNvSpPr>
          <p:nvPr>
            <p:ph idx="1"/>
          </p:nvPr>
        </p:nvSpPr>
        <p:spPr>
          <a:xfrm>
            <a:off x="565150" y="2160016"/>
            <a:ext cx="9889176" cy="3601212"/>
          </a:xfrm>
        </p:spPr>
        <p:txBody>
          <a:bodyPr>
            <a:normAutofit/>
          </a:bodyPr>
          <a:lstStyle/>
          <a:p>
            <a:pPr algn="just"/>
            <a:r>
              <a:rPr lang="en-US" b="1" dirty="0"/>
              <a:t>Sector sparing or forwarding </a:t>
            </a:r>
            <a:r>
              <a:rPr lang="en-US" dirty="0"/>
              <a:t>is an operating system (OS) and disk controller technique for handling bad sectors by logically replacing a defective sector with a pre-allocated spare sector.</a:t>
            </a:r>
          </a:p>
          <a:p>
            <a:pPr algn="just"/>
            <a:r>
              <a:rPr lang="en-US" dirty="0"/>
              <a:t>When a bad sector is detected, its data is copied to a spare sector, and the original bad sector is marked as unusable</a:t>
            </a:r>
          </a:p>
          <a:p>
            <a:pPr algn="just"/>
            <a:r>
              <a:rPr lang="en-US" dirty="0"/>
              <a:t>This method is a type of bad-block management that provides a degree of fault tolerance by preserving data on the disk. </a:t>
            </a:r>
            <a:endParaRPr lang="en-US" b="1" dirty="0"/>
          </a:p>
        </p:txBody>
      </p:sp>
      <p:sp>
        <p:nvSpPr>
          <p:cNvPr id="5" name="Title 1">
            <a:extLst>
              <a:ext uri="{FF2B5EF4-FFF2-40B4-BE49-F238E27FC236}">
                <a16:creationId xmlns:a16="http://schemas.microsoft.com/office/drawing/2014/main" id="{E88FB9FE-F474-EF47-423A-EEAC88B92CF0}"/>
              </a:ext>
            </a:extLst>
          </p:cNvPr>
          <p:cNvSpPr txBox="1">
            <a:spLocks noGrp="1"/>
          </p:cNvSpPr>
          <p:nvPr>
            <p:ph type="title"/>
          </p:nvPr>
        </p:nvSpPr>
        <p:spPr>
          <a:xfrm>
            <a:off x="565150" y="770890"/>
            <a:ext cx="9238978" cy="732736"/>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IN" dirty="0"/>
              <a:t>Disk Management</a:t>
            </a:r>
            <a:endParaRPr lang="en-US" dirty="0"/>
          </a:p>
        </p:txBody>
      </p:sp>
    </p:spTree>
    <p:extLst>
      <p:ext uri="{BB962C8B-B14F-4D97-AF65-F5344CB8AC3E}">
        <p14:creationId xmlns:p14="http://schemas.microsoft.com/office/powerpoint/2010/main" val="1119926299"/>
      </p:ext>
    </p:extLst>
  </p:cSld>
  <p:clrMapOvr>
    <a:masterClrMapping/>
  </p:clrMapOvr>
</p:sld>
</file>

<file path=ppt/theme/theme1.xml><?xml version="1.0" encoding="utf-8"?>
<a:theme xmlns:a="http://schemas.openxmlformats.org/drawingml/2006/main" name="PunchcardVTI">
  <a:themeElements>
    <a:clrScheme name="AnalogousFromLightSeedLeftStep">
      <a:dk1>
        <a:srgbClr val="000000"/>
      </a:dk1>
      <a:lt1>
        <a:srgbClr val="FFFFFF"/>
      </a:lt1>
      <a:dk2>
        <a:srgbClr val="233A3E"/>
      </a:dk2>
      <a:lt2>
        <a:srgbClr val="E3E8E2"/>
      </a:lt2>
      <a:accent1>
        <a:srgbClr val="CC7FDD"/>
      </a:accent1>
      <a:accent2>
        <a:srgbClr val="9163D6"/>
      </a:accent2>
      <a:accent3>
        <a:srgbClr val="7F81DD"/>
      </a:accent3>
      <a:accent4>
        <a:srgbClr val="6394D6"/>
      </a:accent4>
      <a:accent5>
        <a:srgbClr val="53B0C1"/>
      </a:accent5>
      <a:accent6>
        <a:srgbClr val="53B49A"/>
      </a:accent6>
      <a:hlink>
        <a:srgbClr val="619057"/>
      </a:hlink>
      <a:folHlink>
        <a:srgbClr val="7F7F7F"/>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97DE89D8B2294088076E7E633FAFB3" ma:contentTypeVersion="3" ma:contentTypeDescription="Create a new document." ma:contentTypeScope="" ma:versionID="68e9da64cba84b518d63157d1ee02d09">
  <xsd:schema xmlns:xsd="http://www.w3.org/2001/XMLSchema" xmlns:xs="http://www.w3.org/2001/XMLSchema" xmlns:p="http://schemas.microsoft.com/office/2006/metadata/properties" xmlns:ns2="29787a04-f269-45e9-ac3d-7cd421e08c88" targetNamespace="http://schemas.microsoft.com/office/2006/metadata/properties" ma:root="true" ma:fieldsID="affe80de74db8b666572cf5169c49c8f" ns2:_="">
    <xsd:import namespace="29787a04-f269-45e9-ac3d-7cd421e08c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787a04-f269-45e9-ac3d-7cd421e08c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ABD47CC-F877-45F1-9DCD-59A5E750502A}"/>
</file>

<file path=customXml/itemProps2.xml><?xml version="1.0" encoding="utf-8"?>
<ds:datastoreItem xmlns:ds="http://schemas.openxmlformats.org/officeDocument/2006/customXml" ds:itemID="{29965366-8B76-45F3-817B-2CB0432C6650}"/>
</file>

<file path=customXml/itemProps3.xml><?xml version="1.0" encoding="utf-8"?>
<ds:datastoreItem xmlns:ds="http://schemas.openxmlformats.org/officeDocument/2006/customXml" ds:itemID="{16F1E322-9173-4FD6-B54B-E379919E3C0E}"/>
</file>

<file path=docProps/app.xml><?xml version="1.0" encoding="utf-8"?>
<Properties xmlns="http://schemas.openxmlformats.org/officeDocument/2006/extended-properties" xmlns:vt="http://schemas.openxmlformats.org/officeDocument/2006/docPropsVTypes">
  <TotalTime>148</TotalTime>
  <Words>1909</Words>
  <Application>Microsoft Office PowerPoint</Application>
  <PresentationFormat>Widescreen</PresentationFormat>
  <Paragraphs>100</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Neue Haas Grotesk Text Pro</vt:lpstr>
      <vt:lpstr>Wingdings</vt:lpstr>
      <vt:lpstr>PunchcardVTI</vt:lpstr>
      <vt:lpstr>Disk structure</vt:lpstr>
      <vt:lpstr>Disk structure</vt:lpstr>
      <vt:lpstr>Disk structure</vt:lpstr>
      <vt:lpstr>Disk structure</vt:lpstr>
      <vt:lpstr>Disk structure</vt:lpstr>
      <vt:lpstr>PowerPoint Presentation</vt:lpstr>
      <vt:lpstr>Disk structure</vt:lpstr>
      <vt:lpstr>Disk Scheduling</vt:lpstr>
      <vt:lpstr>Disk Scheduling</vt:lpstr>
      <vt:lpstr>Disk Scheduling</vt:lpstr>
      <vt:lpstr>FCFS Scheduling</vt:lpstr>
      <vt:lpstr>FCFS Scheduling</vt:lpstr>
      <vt:lpstr>SSTF (Shortest Seek Time First) Scheduling </vt:lpstr>
      <vt:lpstr>SSTF Scheduling </vt:lpstr>
      <vt:lpstr>SSTF Scheduling </vt:lpstr>
      <vt:lpstr>SCAN Scheduling </vt:lpstr>
      <vt:lpstr>SCAN Scheduling </vt:lpstr>
      <vt:lpstr>C-SCAN Scheduling</vt:lpstr>
      <vt:lpstr>C-SCAN Scheduling</vt:lpstr>
      <vt:lpstr>Disk Management</vt:lpstr>
      <vt:lpstr>Disk Management</vt:lpstr>
      <vt:lpstr>PowerPoint Presentation</vt:lpstr>
      <vt:lpstr>Disk Management</vt:lpstr>
      <vt:lpstr>Disk Management</vt:lpstr>
      <vt:lpstr>Disk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Disk structure</dc:title>
  <dc:creator>Savitha Gopal</dc:creator>
  <cp:lastModifiedBy>Anisha GS</cp:lastModifiedBy>
  <cp:revision>48</cp:revision>
  <dcterms:created xsi:type="dcterms:W3CDTF">2024-04-30T04:22:26Z</dcterms:created>
  <dcterms:modified xsi:type="dcterms:W3CDTF">2025-11-12T17:38:06Z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0x010100A397DE89D8B2294088076E7E633FAFB3</vt:lpwstr>
  </property>
</Properties>
</file>