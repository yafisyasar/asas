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5"/>
  </p:notesMasterIdLst>
  <p:handoutMasterIdLst>
    <p:handoutMasterId r:id="rId46"/>
  </p:handoutMasterIdLst>
  <p:sldIdLst>
    <p:sldId id="261" r:id="rId2"/>
    <p:sldId id="271" r:id="rId3"/>
    <p:sldId id="451" r:id="rId4"/>
    <p:sldId id="457" r:id="rId5"/>
    <p:sldId id="459" r:id="rId6"/>
    <p:sldId id="471" r:id="rId7"/>
    <p:sldId id="463" r:id="rId8"/>
    <p:sldId id="473" r:id="rId9"/>
    <p:sldId id="462" r:id="rId10"/>
    <p:sldId id="474" r:id="rId11"/>
    <p:sldId id="468" r:id="rId12"/>
    <p:sldId id="469" r:id="rId13"/>
    <p:sldId id="530" r:id="rId14"/>
    <p:sldId id="470" r:id="rId15"/>
    <p:sldId id="477" r:id="rId16"/>
    <p:sldId id="478" r:id="rId17"/>
    <p:sldId id="479" r:id="rId18"/>
    <p:sldId id="527" r:id="rId19"/>
    <p:sldId id="528" r:id="rId20"/>
    <p:sldId id="475" r:id="rId21"/>
    <p:sldId id="482" r:id="rId22"/>
    <p:sldId id="486" r:id="rId23"/>
    <p:sldId id="490" r:id="rId24"/>
    <p:sldId id="491" r:id="rId25"/>
    <p:sldId id="492" r:id="rId26"/>
    <p:sldId id="493" r:id="rId27"/>
    <p:sldId id="497" r:id="rId28"/>
    <p:sldId id="498" r:id="rId29"/>
    <p:sldId id="499" r:id="rId30"/>
    <p:sldId id="514" r:id="rId31"/>
    <p:sldId id="501" r:id="rId32"/>
    <p:sldId id="519" r:id="rId33"/>
    <p:sldId id="517" r:id="rId34"/>
    <p:sldId id="518" r:id="rId35"/>
    <p:sldId id="520" r:id="rId36"/>
    <p:sldId id="523" r:id="rId37"/>
    <p:sldId id="524" r:id="rId38"/>
    <p:sldId id="525" r:id="rId39"/>
    <p:sldId id="526" r:id="rId40"/>
    <p:sldId id="458" r:id="rId41"/>
    <p:sldId id="460" r:id="rId42"/>
    <p:sldId id="465" r:id="rId43"/>
    <p:sldId id="466" r:id="rId44"/>
  </p:sldIdLst>
  <p:sldSz cx="9144000" cy="6858000" type="screen4x3"/>
  <p:notesSz cx="7315200" cy="9601200"/>
  <p:custShowLst>
    <p:custShow name="Http" id="0">
      <p:sldLst>
        <p:sld r:id="rId37"/>
        <p:sld r:id="rId38"/>
      </p:sldLst>
    </p:custShow>
    <p:custShow name="Telnet" id="1">
      <p:sldLst>
        <p:sld r:id="rId42"/>
      </p:sldLst>
    </p:custShow>
    <p:custShow name="encryption" id="2">
      <p:sldLst>
        <p:sld r:id="rId43"/>
      </p:sldLst>
    </p:custShow>
    <p:custShow name="yahoo" id="3">
      <p:sldLst>
        <p:sld r:id="rId44"/>
      </p:sldLst>
    </p:custShow>
    <p:custShow name="ftp" id="4">
      <p:sldLst>
        <p:sld r:id="rId41"/>
      </p:sldLst>
    </p:custShow>
  </p:custShow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1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CCFF"/>
    <a:srgbClr val="C0C0C0"/>
    <a:srgbClr val="FFFF99"/>
    <a:srgbClr val="FF99FF"/>
    <a:srgbClr val="66FFFF"/>
    <a:srgbClr val="FFFF66"/>
    <a:srgbClr val="6699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72" autoAdjust="0"/>
    <p:restoredTop sz="79322" autoAdjust="0"/>
  </p:normalViewPr>
  <p:slideViewPr>
    <p:cSldViewPr snapToGrid="0">
      <p:cViewPr>
        <p:scale>
          <a:sx n="50" d="100"/>
          <a:sy n="50" d="100"/>
        </p:scale>
        <p:origin x="-1272" y="-156"/>
      </p:cViewPr>
      <p:guideLst>
        <p:guide orient="horz" pos="1671"/>
        <p:guide pos="5759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1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3CF15240-E392-A538-BA56-576FC03AF9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id="{E1E72F40-DD31-F62D-C6C6-D507BDE3BA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7556" name="Rectangle 4">
            <a:extLst>
              <a:ext uri="{FF2B5EF4-FFF2-40B4-BE49-F238E27FC236}">
                <a16:creationId xmlns:a16="http://schemas.microsoft.com/office/drawing/2014/main" id="{D7919A53-1198-374C-E120-BC81D36C3E7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7557" name="Rectangle 5">
            <a:extLst>
              <a:ext uri="{FF2B5EF4-FFF2-40B4-BE49-F238E27FC236}">
                <a16:creationId xmlns:a16="http://schemas.microsoft.com/office/drawing/2014/main" id="{D6AD8BF1-BD00-55E4-C152-0D12AE8754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8E6AEFDD-47AD-44A8-B068-AD0E6222E8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1F7AD50-AC10-E1A2-603B-E8EBA33040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466B119-2D19-D926-8DAD-CF5445BFF6E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3FF06FA6-DE92-4AF4-7F70-0B7A54792C4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34629344-ED43-35F2-1520-C092D68B2CF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A93D90A0-0D6D-8E37-04CC-A9FDC8DA79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3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07D79066-E8C2-560A-F1C1-B8D3E48A15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>
                <a:latin typeface="Times New Roman" panose="02020603050405020304" pitchFamily="18" charset="0"/>
              </a:defRPr>
            </a:lvl1pPr>
          </a:lstStyle>
          <a:p>
            <a:fld id="{0D312703-F2CA-4E94-9E59-3DAD2672F22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2304605-8438-5F58-AB45-6CFD2625EF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CF2B4F3-4396-4F45-9568-D63C348A111E}" type="slidenum">
              <a:rPr lang="en-US" altLang="en-US" sz="1300" b="0">
                <a:latin typeface="Times New Roman" panose="02020603050405020304" pitchFamily="18" charset="0"/>
              </a:rPr>
              <a:pPr/>
              <a:t>2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1EC7C44-DB40-CAED-1E74-42EEB1F41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65163"/>
            <a:ext cx="5094287" cy="3821112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F2E9CF5A-8386-2B30-BB9C-7C510CA1B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13C6D2A-9F0B-45F3-A7C6-CE923895A565}" type="slidenum">
              <a:rPr lang="en-US" altLang="en-US" sz="1300" b="0">
                <a:latin typeface="Times New Roman" panose="02020603050405020304" pitchFamily="18" charset="0"/>
              </a:rPr>
              <a:pPr/>
              <a:t>4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D704D44-8AB0-4242-2427-ECDAE79230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EE871F9-555A-7654-900C-64244A482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03F2838F-E861-F1D5-23A2-FC9A66D1D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F93F046-E203-4403-AC83-B44268035F0B}" type="slidenum">
              <a:rPr lang="en-US" altLang="en-US" sz="1300" b="0">
                <a:latin typeface="Times New Roman" panose="02020603050405020304" pitchFamily="18" charset="0"/>
              </a:rPr>
              <a:pPr/>
              <a:t>11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6075C83F-C3EA-4EB7-3290-987651E76A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4DAA38D-2A2C-A116-B20F-AC8AD8ACA7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Transport Layer provides data delivery mechanism between the applications in the network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53CFD97A-E363-CB4E-86A7-BF58EC662D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66788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DF1D616-1422-48B4-A7A5-A0AAC027B074}" type="slidenum">
              <a:rPr lang="en-US" altLang="en-US" sz="1300" b="0">
                <a:latin typeface="Times New Roman" panose="02020603050405020304" pitchFamily="18" charset="0"/>
              </a:rPr>
              <a:pPr/>
              <a:t>12</a:t>
            </a:fld>
            <a:endParaRPr lang="en-US" altLang="en-US" sz="1300" b="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AFC1AA44-C545-0494-109E-189609E5A4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C34B1828-48EE-B53E-4B01-C833039FF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DD98E-41D4-8382-2B51-F7F86FBE4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7D961-6D6B-B663-CF79-47DCAAF3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AB654-DD1D-E186-8C70-681B05CA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8CD527-F31F-4688-B7EB-8F807BCF0B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62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4346E-4A2D-C2DF-345D-3023855C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E2EF5-2315-4EA2-BDD5-3825F91EF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EF1D2-443C-BB8F-3E34-34536A54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B5951-C2FC-4789-A09E-A776E38074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47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6C62B-5719-D44A-5CC9-AF391484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F937B-2B5A-F5EC-A6E6-113EA0D3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959F-9AF6-1BAF-3DFD-F42021BB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A9A31E-9459-4190-918A-708BBC18AE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90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0D4B56-30C4-50C6-AFE2-79CCDC90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313BB3-BC6A-BE79-70C5-33B2B914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CD5AFC-8682-F47A-0679-00594A86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9CC6F-99E8-44C6-9194-9C15466A51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93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DD60810-90CF-1859-093A-0C879887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5BEFE6B-3133-0F72-F25B-99BB5D3F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6958917-907D-41F9-2A16-D0485473E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54370-70CD-4B18-8E6A-56F4ACC7E0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184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7319D1D-CD1D-04D5-6EB6-231277B6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0D5A875-4B68-D026-1E4F-07E961BA7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63BA19-81FA-514A-D71E-3BF1D275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4D9B47-D9CA-4FCA-98B1-0E8F91337D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587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3511DBD-23B7-2FCF-9E6F-48BF6460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C01A5EC-12A8-4DF7-77EE-42C6CDB31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1C4C187-5B4D-742B-F74A-F0896765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63DC0-3FED-4651-A944-7EFE633D51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61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78E7D4-CC13-29F8-BB69-1E73C454B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9925E2C-4786-8D4D-0A05-A840B7590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6F83FB-8A97-72FA-6FFC-BCC43F1F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CCBAA2-049E-4D57-A2D2-7DE59B8A41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69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0F03BA5-D725-34FA-FDDD-9192CEA23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B298F1E-C528-3774-88A3-50FF8BFA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A88C84-A74A-3214-6F76-02FBCC6A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CCB5BE-D266-4AE3-BA39-9A0CBA82E2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543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386D1-A3B0-038F-D9CA-EAA520DF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075C6-4CB1-7451-12D0-A3F02E53F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0A660-8549-4A7F-34EC-DF523882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8CF48-5D30-4346-B9CD-BBC90D7804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11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EA71D-FD2B-4744-9D59-AD2CB91E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C08D-BE23-19E7-D293-BE44A984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FDD7E-8570-6A3A-68E1-50E047BD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A408BE-8B6B-439D-B9A8-E37EC5D8E7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197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>
            <a:extLst>
              <a:ext uri="{FF2B5EF4-FFF2-40B4-BE49-F238E27FC236}">
                <a16:creationId xmlns:a16="http://schemas.microsoft.com/office/drawing/2014/main" id="{67C3CE6F-A2AE-1457-383F-804B29678CB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219" name="Text Placeholder 2">
            <a:extLst>
              <a:ext uri="{FF2B5EF4-FFF2-40B4-BE49-F238E27FC236}">
                <a16:creationId xmlns:a16="http://schemas.microsoft.com/office/drawing/2014/main" id="{E1A0506A-7C34-B722-C2E5-0CA41B7DBD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38729-9C98-488E-C128-F3B2B2A35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ED877-1BE1-733B-66CC-6AF014971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B2698-BACE-47D0-4EBD-E26634029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59C2D615-1EC4-4C40-BFF2-528D6D4BED9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7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961D3BA-1874-3B94-777B-72A6158A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F60E8FC-662E-4FBE-904F-EAC478A232B9}" type="slidenum">
              <a:rPr lang="en-US" altLang="en-US" sz="1200">
                <a:solidFill>
                  <a:srgbClr val="898989"/>
                </a:solidFill>
              </a:rPr>
              <a:pPr/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69642" name="WordArt 10">
            <a:extLst>
              <a:ext uri="{FF2B5EF4-FFF2-40B4-BE49-F238E27FC236}">
                <a16:creationId xmlns:a16="http://schemas.microsoft.com/office/drawing/2014/main" id="{D1C3FDD0-BF25-7974-F739-726EB058CE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5000" y="2344738"/>
            <a:ext cx="7545388" cy="19431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GB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rgbClr val="FFFF00"/>
                </a:solidFill>
                <a:ea typeface="Verdana" panose="020B0604030504040204" pitchFamily="34" charset="0"/>
              </a:rPr>
              <a:t>OSI (Open Systems Interconnect)</a:t>
            </a:r>
          </a:p>
          <a:p>
            <a:r>
              <a:rPr lang="en-GB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rgbClr val="FFFF00"/>
                </a:solidFill>
                <a:ea typeface="Verdana" panose="020B0604030504040204" pitchFamily="34" charset="0"/>
              </a:rPr>
              <a:t>Reference Model</a:t>
            </a:r>
          </a:p>
        </p:txBody>
      </p:sp>
      <p:sp>
        <p:nvSpPr>
          <p:cNvPr id="10244" name="Date Placeholder 3">
            <a:extLst>
              <a:ext uri="{FF2B5EF4-FFF2-40B4-BE49-F238E27FC236}">
                <a16:creationId xmlns:a16="http://schemas.microsoft.com/office/drawing/2014/main" id="{7E13B588-30FF-374C-CB44-A0E0658A5E3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1125DF4-807D-42D2-8EB5-42E25C596A4F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245" name="Footer Placeholder 4">
            <a:extLst>
              <a:ext uri="{FF2B5EF4-FFF2-40B4-BE49-F238E27FC236}">
                <a16:creationId xmlns:a16="http://schemas.microsoft.com/office/drawing/2014/main" id="{17E123F8-C405-8E63-4FA8-D6962CB05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246" name="Slide Number Placeholder 5">
            <a:extLst>
              <a:ext uri="{FF2B5EF4-FFF2-40B4-BE49-F238E27FC236}">
                <a16:creationId xmlns:a16="http://schemas.microsoft.com/office/drawing/2014/main" id="{1FCE5BCF-F75E-D33B-F578-39DCFF49067A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78231B55-29E7-4274-9B2D-E7FC80D6BC48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ADBE9B5E-E8EE-08B7-AC8D-614C9CBF4184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1F6C3B32-53B3-7F1B-9DEF-3C87B9F9D573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AD1BE868-CE2C-D892-899B-5CD25D92F100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1CE15F7A-28E9-3C95-086F-4E06422BDCF2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>
            <a:extLst>
              <a:ext uri="{FF2B5EF4-FFF2-40B4-BE49-F238E27FC236}">
                <a16:creationId xmlns:a16="http://schemas.microsoft.com/office/drawing/2014/main" id="{076C2E28-CC3B-4471-42C6-3734CEEA51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968500"/>
            <a:ext cx="7772400" cy="3365500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altLang="en-US" sz="2400" b="1">
                <a:latin typeface="Verdana" panose="020B0604030504040204" pitchFamily="34" charset="0"/>
              </a:rPr>
              <a:t>OSI was developed by the International Organization for Standardization (ISO) and introduced in 1984.</a:t>
            </a:r>
          </a:p>
          <a:p>
            <a:pPr>
              <a:lnSpc>
                <a:spcPct val="90000"/>
              </a:lnSpc>
            </a:pPr>
            <a:endParaRPr lang="en-US" altLang="en-US" sz="2400" b="1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b="1">
                <a:latin typeface="Verdana" panose="020B0604030504040204" pitchFamily="34" charset="0"/>
              </a:rPr>
              <a:t>It is a layered architecture (consists of seven layers).</a:t>
            </a:r>
          </a:p>
          <a:p>
            <a:pPr>
              <a:lnSpc>
                <a:spcPct val="90000"/>
              </a:lnSpc>
            </a:pPr>
            <a:endParaRPr lang="en-US" altLang="en-US" sz="2400" b="1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b="1">
                <a:latin typeface="Verdana" panose="020B0604030504040204" pitchFamily="34" charset="0"/>
              </a:rPr>
              <a:t>Each layer defines a set of functions which takes part in data communication.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7DF29FE-B70D-57E9-4913-1EC4CC58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F91980B-0A08-4549-B3F4-2D543FE36DE4}" type="slidenum">
              <a:rPr lang="en-US" altLang="en-US" sz="1200">
                <a:solidFill>
                  <a:srgbClr val="898989"/>
                </a:solidFill>
              </a:rPr>
              <a:pPr/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226120E1-FF2B-1ED1-0F51-BD9A8D41B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2400">
                <a:solidFill>
                  <a:schemeClr val="bg1"/>
                </a:solidFill>
              </a:rPr>
              <a:t>OSI Model</a:t>
            </a:r>
          </a:p>
        </p:txBody>
      </p:sp>
      <p:sp>
        <p:nvSpPr>
          <p:cNvPr id="11269" name="Date Placeholder 3">
            <a:extLst>
              <a:ext uri="{FF2B5EF4-FFF2-40B4-BE49-F238E27FC236}">
                <a16:creationId xmlns:a16="http://schemas.microsoft.com/office/drawing/2014/main" id="{1F822E5F-1003-5C7F-9BD2-4911342E8C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55D67EF-47C9-4C4D-9019-10F15F1770DD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70" name="Footer Placeholder 4">
            <a:extLst>
              <a:ext uri="{FF2B5EF4-FFF2-40B4-BE49-F238E27FC236}">
                <a16:creationId xmlns:a16="http://schemas.microsoft.com/office/drawing/2014/main" id="{749667E1-7277-4CD4-5664-273652A9B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1271" name="Slide Number Placeholder 5">
            <a:extLst>
              <a:ext uri="{FF2B5EF4-FFF2-40B4-BE49-F238E27FC236}">
                <a16:creationId xmlns:a16="http://schemas.microsoft.com/office/drawing/2014/main" id="{D8AEBCE2-6AC9-AFE7-81AF-8E51DE57B5BB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32FCA221-C0FB-4676-9A4C-658AA0BE2199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8BD22275-A384-1A56-08E9-B467BFB56028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05E7C3EC-BC1E-7B12-DA81-52497E7F908C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AE538D93-2A69-B75A-B44A-CEDBD2A73390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C7CD2CB9-9FF9-4712-0B16-911054DC78C3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08A14DE5-16D7-DC1D-242A-2CDFE0E0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9F0391F-1AA8-49FD-A145-61704C0AA894}" type="slidenum">
              <a:rPr lang="en-US" altLang="en-US" sz="1200">
                <a:solidFill>
                  <a:srgbClr val="898989"/>
                </a:solidFill>
              </a:rPr>
              <a:pPr/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291" name="Rectangle 15">
            <a:extLst>
              <a:ext uri="{FF2B5EF4-FFF2-40B4-BE49-F238E27FC236}">
                <a16:creationId xmlns:a16="http://schemas.microsoft.com/office/drawing/2014/main" id="{6DBB188B-59B3-46C5-D099-734C5EB88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2400">
                <a:solidFill>
                  <a:schemeClr val="bg1"/>
                </a:solidFill>
              </a:rPr>
              <a:t>OSI Model Layers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26AD4614-F69E-61CC-62F6-0AD0B55A0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138" y="1428750"/>
            <a:ext cx="2514600" cy="650875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Application </a:t>
            </a:r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18AEF603-03C6-BA8E-E6F8-C66EDC78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138" y="2073275"/>
            <a:ext cx="2514600" cy="650875"/>
          </a:xfrm>
          <a:prstGeom prst="rect">
            <a:avLst/>
          </a:prstGeom>
          <a:solidFill>
            <a:srgbClr val="99FF99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Presentation</a:t>
            </a:r>
          </a:p>
        </p:txBody>
      </p:sp>
      <p:sp>
        <p:nvSpPr>
          <p:cNvPr id="303110" name="Rectangle 6">
            <a:extLst>
              <a:ext uri="{FF2B5EF4-FFF2-40B4-BE49-F238E27FC236}">
                <a16:creationId xmlns:a16="http://schemas.microsoft.com/office/drawing/2014/main" id="{9F279611-1D45-75ED-9942-AD9ABBDCE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138" y="2724150"/>
            <a:ext cx="2514600" cy="649288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Session</a:t>
            </a:r>
          </a:p>
        </p:txBody>
      </p:sp>
      <p:sp>
        <p:nvSpPr>
          <p:cNvPr id="303111" name="Rectangle 7">
            <a:extLst>
              <a:ext uri="{FF2B5EF4-FFF2-40B4-BE49-F238E27FC236}">
                <a16:creationId xmlns:a16="http://schemas.microsoft.com/office/drawing/2014/main" id="{197B0E6A-D9CA-362B-348B-BDBB978D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138" y="3370263"/>
            <a:ext cx="2514600" cy="650875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Transport  </a:t>
            </a:r>
          </a:p>
        </p:txBody>
      </p:sp>
      <p:sp>
        <p:nvSpPr>
          <p:cNvPr id="303112" name="Rectangle 8">
            <a:extLst>
              <a:ext uri="{FF2B5EF4-FFF2-40B4-BE49-F238E27FC236}">
                <a16:creationId xmlns:a16="http://schemas.microsoft.com/office/drawing/2014/main" id="{C76B08F1-8751-26CD-A140-4C4C1A6CE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138" y="4016375"/>
            <a:ext cx="2514600" cy="650875"/>
          </a:xfrm>
          <a:prstGeom prst="rect">
            <a:avLst/>
          </a:prstGeom>
          <a:solidFill>
            <a:srgbClr val="FF9966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Network   </a:t>
            </a:r>
          </a:p>
        </p:txBody>
      </p:sp>
      <p:sp>
        <p:nvSpPr>
          <p:cNvPr id="303113" name="Rectangle 9">
            <a:extLst>
              <a:ext uri="{FF2B5EF4-FFF2-40B4-BE49-F238E27FC236}">
                <a16:creationId xmlns:a16="http://schemas.microsoft.com/office/drawing/2014/main" id="{502B1972-6902-931D-6CFD-59ACCF66D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138" y="4667250"/>
            <a:ext cx="2514600" cy="650875"/>
          </a:xfrm>
          <a:prstGeom prst="rect">
            <a:avLst/>
          </a:prstGeom>
          <a:solidFill>
            <a:srgbClr val="66FF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Data Link</a:t>
            </a:r>
          </a:p>
        </p:txBody>
      </p:sp>
      <p:sp>
        <p:nvSpPr>
          <p:cNvPr id="303114" name="Rectangle 10">
            <a:extLst>
              <a:ext uri="{FF2B5EF4-FFF2-40B4-BE49-F238E27FC236}">
                <a16:creationId xmlns:a16="http://schemas.microsoft.com/office/drawing/2014/main" id="{B4E83395-3DA9-50F9-8CE4-43A96F679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1138" y="5318125"/>
            <a:ext cx="2514600" cy="650875"/>
          </a:xfrm>
          <a:prstGeom prst="rect">
            <a:avLst/>
          </a:prstGeom>
          <a:solidFill>
            <a:srgbClr val="FF99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Physical</a:t>
            </a: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78E38D76-8101-CF6F-AB88-C0096F4E62B5}"/>
              </a:ext>
            </a:extLst>
          </p:cNvPr>
          <p:cNvGrpSpPr>
            <a:grpSpLocks/>
          </p:cNvGrpSpPr>
          <p:nvPr/>
        </p:nvGrpSpPr>
        <p:grpSpPr bwMode="auto">
          <a:xfrm>
            <a:off x="1190625" y="1555750"/>
            <a:ext cx="1574800" cy="4286250"/>
            <a:chOff x="1074" y="980"/>
            <a:chExt cx="992" cy="2700"/>
          </a:xfrm>
        </p:grpSpPr>
        <p:sp>
          <p:nvSpPr>
            <p:cNvPr id="12324" name="Rectangle 18">
              <a:extLst>
                <a:ext uri="{FF2B5EF4-FFF2-40B4-BE49-F238E27FC236}">
                  <a16:creationId xmlns:a16="http://schemas.microsoft.com/office/drawing/2014/main" id="{A0F9B3DA-F290-F417-4FCA-5ECB45A14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980"/>
              <a:ext cx="9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Layer - 7</a:t>
              </a:r>
            </a:p>
          </p:txBody>
        </p:sp>
        <p:sp>
          <p:nvSpPr>
            <p:cNvPr id="12325" name="Rectangle 19">
              <a:extLst>
                <a:ext uri="{FF2B5EF4-FFF2-40B4-BE49-F238E27FC236}">
                  <a16:creationId xmlns:a16="http://schemas.microsoft.com/office/drawing/2014/main" id="{6BEE9502-52AD-1FA6-A8D6-649899365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1387"/>
              <a:ext cx="96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Layer - 6</a:t>
              </a:r>
            </a:p>
          </p:txBody>
        </p:sp>
        <p:sp>
          <p:nvSpPr>
            <p:cNvPr id="12326" name="Rectangle 20">
              <a:extLst>
                <a:ext uri="{FF2B5EF4-FFF2-40B4-BE49-F238E27FC236}">
                  <a16:creationId xmlns:a16="http://schemas.microsoft.com/office/drawing/2014/main" id="{B7E5B13C-1129-5273-4A87-36A59191C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1795"/>
              <a:ext cx="9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Layer - 5</a:t>
              </a:r>
            </a:p>
          </p:txBody>
        </p:sp>
        <p:sp>
          <p:nvSpPr>
            <p:cNvPr id="12327" name="Rectangle 21">
              <a:extLst>
                <a:ext uri="{FF2B5EF4-FFF2-40B4-BE49-F238E27FC236}">
                  <a16:creationId xmlns:a16="http://schemas.microsoft.com/office/drawing/2014/main" id="{36B2E11A-5D35-14B1-B448-2A1004B0D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2203"/>
              <a:ext cx="9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Layer - 4</a:t>
              </a:r>
            </a:p>
          </p:txBody>
        </p:sp>
        <p:sp>
          <p:nvSpPr>
            <p:cNvPr id="12328" name="Rectangle 22">
              <a:extLst>
                <a:ext uri="{FF2B5EF4-FFF2-40B4-BE49-F238E27FC236}">
                  <a16:creationId xmlns:a16="http://schemas.microsoft.com/office/drawing/2014/main" id="{7BBE32B7-C1AD-5B2B-F7DC-DD984F3FC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2610"/>
              <a:ext cx="9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Layer - 3</a:t>
              </a:r>
            </a:p>
          </p:txBody>
        </p:sp>
        <p:sp>
          <p:nvSpPr>
            <p:cNvPr id="12329" name="Rectangle 23">
              <a:extLst>
                <a:ext uri="{FF2B5EF4-FFF2-40B4-BE49-F238E27FC236}">
                  <a16:creationId xmlns:a16="http://schemas.microsoft.com/office/drawing/2014/main" id="{71C68B7C-F93C-7A86-01A1-9BA1A827D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3021"/>
              <a:ext cx="99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Layer - 2</a:t>
              </a:r>
            </a:p>
          </p:txBody>
        </p:sp>
        <p:sp>
          <p:nvSpPr>
            <p:cNvPr id="12330" name="Rectangle 24">
              <a:extLst>
                <a:ext uri="{FF2B5EF4-FFF2-40B4-BE49-F238E27FC236}">
                  <a16:creationId xmlns:a16="http://schemas.microsoft.com/office/drawing/2014/main" id="{1F31BDE7-B86D-CA6E-3DB1-692926D16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3430"/>
              <a:ext cx="9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Layer - 1</a:t>
              </a:r>
            </a:p>
          </p:txBody>
        </p:sp>
      </p:grpSp>
      <p:grpSp>
        <p:nvGrpSpPr>
          <p:cNvPr id="3" name="Group 65">
            <a:extLst>
              <a:ext uri="{FF2B5EF4-FFF2-40B4-BE49-F238E27FC236}">
                <a16:creationId xmlns:a16="http://schemas.microsoft.com/office/drawing/2014/main" id="{FD286391-E83E-7E4E-24F1-9F82C7BAEA5F}"/>
              </a:ext>
            </a:extLst>
          </p:cNvPr>
          <p:cNvGrpSpPr>
            <a:grpSpLocks/>
          </p:cNvGrpSpPr>
          <p:nvPr/>
        </p:nvGrpSpPr>
        <p:grpSpPr bwMode="auto">
          <a:xfrm>
            <a:off x="5430838" y="1379538"/>
            <a:ext cx="2935287" cy="1865312"/>
            <a:chOff x="3421" y="917"/>
            <a:chExt cx="1849" cy="1175"/>
          </a:xfrm>
        </p:grpSpPr>
        <p:sp>
          <p:nvSpPr>
            <p:cNvPr id="12322" name="AutoShape 63">
              <a:extLst>
                <a:ext uri="{FF2B5EF4-FFF2-40B4-BE49-F238E27FC236}">
                  <a16:creationId xmlns:a16="http://schemas.microsoft.com/office/drawing/2014/main" id="{F46E63BF-B1BD-D1CC-1FCA-17D656AFE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917"/>
              <a:ext cx="225" cy="1175"/>
            </a:xfrm>
            <a:prstGeom prst="rightBrace">
              <a:avLst>
                <a:gd name="adj1" fmla="val 43519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323" name="Rectangle 64">
              <a:extLst>
                <a:ext uri="{FF2B5EF4-FFF2-40B4-BE49-F238E27FC236}">
                  <a16:creationId xmlns:a16="http://schemas.microsoft.com/office/drawing/2014/main" id="{658C5E2A-479E-5740-D1E7-46FA5ED7F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6" y="1179"/>
              <a:ext cx="1694" cy="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ja-JP"/>
                <a:t>User support Layers 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ja-JP"/>
                <a:t>or 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ja-JP"/>
                <a:t>Software Layers</a:t>
              </a:r>
            </a:p>
          </p:txBody>
        </p:sp>
      </p:grpSp>
      <p:grpSp>
        <p:nvGrpSpPr>
          <p:cNvPr id="4" name="Group 66">
            <a:extLst>
              <a:ext uri="{FF2B5EF4-FFF2-40B4-BE49-F238E27FC236}">
                <a16:creationId xmlns:a16="http://schemas.microsoft.com/office/drawing/2014/main" id="{986B6A1A-97B7-FD5E-785A-924E9BA1EE25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4092575"/>
            <a:ext cx="2935287" cy="1865313"/>
            <a:chOff x="3421" y="917"/>
            <a:chExt cx="1849" cy="1175"/>
          </a:xfrm>
        </p:grpSpPr>
        <p:sp>
          <p:nvSpPr>
            <p:cNvPr id="12320" name="AutoShape 67">
              <a:extLst>
                <a:ext uri="{FF2B5EF4-FFF2-40B4-BE49-F238E27FC236}">
                  <a16:creationId xmlns:a16="http://schemas.microsoft.com/office/drawing/2014/main" id="{C2EC9CF8-AF80-724F-DDE0-D56B0B6C8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917"/>
              <a:ext cx="225" cy="1175"/>
            </a:xfrm>
            <a:prstGeom prst="rightBrace">
              <a:avLst>
                <a:gd name="adj1" fmla="val 43519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321" name="Rectangle 68">
              <a:extLst>
                <a:ext uri="{FF2B5EF4-FFF2-40B4-BE49-F238E27FC236}">
                  <a16:creationId xmlns:a16="http://schemas.microsoft.com/office/drawing/2014/main" id="{33628F4B-FB4C-2EC8-77B2-CDB52CA3E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6" y="1179"/>
              <a:ext cx="1694" cy="6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ja-JP"/>
                <a:t>Network support Layers 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ja-JP"/>
                <a:t>or 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ja-JP"/>
                <a:t>Hardware Layers</a:t>
              </a:r>
            </a:p>
          </p:txBody>
        </p:sp>
      </p:grpSp>
      <p:grpSp>
        <p:nvGrpSpPr>
          <p:cNvPr id="5" name="Group 72">
            <a:extLst>
              <a:ext uri="{FF2B5EF4-FFF2-40B4-BE49-F238E27FC236}">
                <a16:creationId xmlns:a16="http://schemas.microsoft.com/office/drawing/2014/main" id="{CB27E87B-2BC2-11DC-2688-5EA674FC8A58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3389313"/>
            <a:ext cx="2743200" cy="596900"/>
            <a:chOff x="3409" y="2124"/>
            <a:chExt cx="1728" cy="376"/>
          </a:xfrm>
        </p:grpSpPr>
        <p:sp>
          <p:nvSpPr>
            <p:cNvPr id="12318" name="AutoShape 70">
              <a:extLst>
                <a:ext uri="{FF2B5EF4-FFF2-40B4-BE49-F238E27FC236}">
                  <a16:creationId xmlns:a16="http://schemas.microsoft.com/office/drawing/2014/main" id="{AF5011E2-E233-049C-D83F-F3C370BD3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2124"/>
              <a:ext cx="226" cy="376"/>
            </a:xfrm>
            <a:prstGeom prst="rightBrace">
              <a:avLst>
                <a:gd name="adj1" fmla="val 41593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319" name="Rectangle 71">
              <a:extLst>
                <a:ext uri="{FF2B5EF4-FFF2-40B4-BE49-F238E27FC236}">
                  <a16:creationId xmlns:a16="http://schemas.microsoft.com/office/drawing/2014/main" id="{73F408F9-8B13-F8C2-66B7-7368C8C38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" y="2167"/>
              <a:ext cx="1443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>
                <a:spcBef>
                  <a:spcPct val="20000"/>
                </a:spcBef>
              </a:pPr>
              <a:r>
                <a:rPr lang="en-US" altLang="ja-JP"/>
                <a:t>Core layer of the  OSI</a:t>
              </a:r>
            </a:p>
          </p:txBody>
        </p:sp>
      </p:grpSp>
      <p:sp>
        <p:nvSpPr>
          <p:cNvPr id="12303" name="Date Placeholder 3">
            <a:extLst>
              <a:ext uri="{FF2B5EF4-FFF2-40B4-BE49-F238E27FC236}">
                <a16:creationId xmlns:a16="http://schemas.microsoft.com/office/drawing/2014/main" id="{AB414B07-7E0F-B128-F9B5-A8CB8E3252C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2F012E7-F95D-46CA-9C37-20FA30C49257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2304" name="Footer Placeholder 4">
            <a:extLst>
              <a:ext uri="{FF2B5EF4-FFF2-40B4-BE49-F238E27FC236}">
                <a16:creationId xmlns:a16="http://schemas.microsoft.com/office/drawing/2014/main" id="{026D80F9-E0F4-BED4-9B35-E2DDF602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2305" name="Slide Number Placeholder 5">
            <a:extLst>
              <a:ext uri="{FF2B5EF4-FFF2-40B4-BE49-F238E27FC236}">
                <a16:creationId xmlns:a16="http://schemas.microsoft.com/office/drawing/2014/main" id="{36A210EE-F7E6-2ABE-DAE9-9AFB816B6B3F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1908228F-BB58-4188-BABF-BCE44A0C967E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3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4CD34BF7-88CE-E552-417B-98818DC5BE79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7575A8DD-DAB6-D3AB-2A9A-1777BFF612B2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8305AFDF-0FAC-CA84-DF92-1B1D5FD67E4E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Trapezoid 33">
            <a:extLst>
              <a:ext uri="{FF2B5EF4-FFF2-40B4-BE49-F238E27FC236}">
                <a16:creationId xmlns:a16="http://schemas.microsoft.com/office/drawing/2014/main" id="{483D85A4-C351-AE0D-A8CE-46FECA4390F8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8" grpId="0" animBg="1" autoUpdateAnimBg="0"/>
      <p:bldP spid="303109" grpId="0" animBg="1" autoUpdateAnimBg="0"/>
      <p:bldP spid="303110" grpId="0" animBg="1" autoUpdateAnimBg="0"/>
      <p:bldP spid="303111" grpId="0" animBg="1" autoUpdateAnimBg="0"/>
      <p:bldP spid="303112" grpId="0" animBg="1" autoUpdateAnimBg="0"/>
      <p:bldP spid="303113" grpId="0" animBg="1" autoUpdateAnimBg="0"/>
      <p:bldP spid="303114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5ABF9226-6C1C-F905-3F9A-D71B9CE6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266D4B9-4D07-4672-A834-E095EB2F4F0E}" type="slidenum">
              <a:rPr lang="en-US" altLang="en-US" sz="1200">
                <a:solidFill>
                  <a:srgbClr val="898989"/>
                </a:solidFill>
              </a:rPr>
              <a:pPr/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3315" name="Rectangle 11">
            <a:extLst>
              <a:ext uri="{FF2B5EF4-FFF2-40B4-BE49-F238E27FC236}">
                <a16:creationId xmlns:a16="http://schemas.microsoft.com/office/drawing/2014/main" id="{3C97DEEA-C00D-9097-A5D7-BD23BE38B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2400">
                <a:solidFill>
                  <a:schemeClr val="bg1"/>
                </a:solidFill>
              </a:rPr>
              <a:t>Application Layer</a:t>
            </a:r>
          </a:p>
        </p:txBody>
      </p:sp>
      <p:sp>
        <p:nvSpPr>
          <p:cNvPr id="309260" name="Rectangle 12">
            <a:extLst>
              <a:ext uri="{FF2B5EF4-FFF2-40B4-BE49-F238E27FC236}">
                <a16:creationId xmlns:a16="http://schemas.microsoft.com/office/drawing/2014/main" id="{31FD3246-B228-A8B9-1090-4B188AB74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201738"/>
            <a:ext cx="523557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/>
              <a:t>	</a:t>
            </a:r>
            <a:r>
              <a:rPr lang="en-US" altLang="ja-JP">
                <a:solidFill>
                  <a:schemeClr val="folHlink"/>
                </a:solidFill>
              </a:rPr>
              <a:t>Application  Layer</a:t>
            </a:r>
            <a:r>
              <a:rPr lang="en-US" altLang="ja-JP"/>
              <a:t>  is responsible for  providing  an interface for the users to interact with application services or Networking Services .  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Ex: Web browser, Telnet etc.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    </a:t>
            </a:r>
            <a:endParaRPr lang="en-US" altLang="ja-JP">
              <a:solidFill>
                <a:schemeClr val="hlink"/>
              </a:solidFill>
            </a:endParaRPr>
          </a:p>
        </p:txBody>
      </p:sp>
      <p:grpSp>
        <p:nvGrpSpPr>
          <p:cNvPr id="2" name="Group 108">
            <a:extLst>
              <a:ext uri="{FF2B5EF4-FFF2-40B4-BE49-F238E27FC236}">
                <a16:creationId xmlns:a16="http://schemas.microsoft.com/office/drawing/2014/main" id="{96C7D046-4B70-AADF-1ACD-A9467CFD423F}"/>
              </a:ext>
            </a:extLst>
          </p:cNvPr>
          <p:cNvGrpSpPr>
            <a:grpSpLocks/>
          </p:cNvGrpSpPr>
          <p:nvPr/>
        </p:nvGrpSpPr>
        <p:grpSpPr bwMode="auto">
          <a:xfrm>
            <a:off x="0" y="1249363"/>
            <a:ext cx="2655888" cy="4748212"/>
            <a:chOff x="1717" y="894"/>
            <a:chExt cx="1673" cy="2991"/>
          </a:xfrm>
        </p:grpSpPr>
        <p:grpSp>
          <p:nvGrpSpPr>
            <p:cNvPr id="13334" name="Group 107">
              <a:extLst>
                <a:ext uri="{FF2B5EF4-FFF2-40B4-BE49-F238E27FC236}">
                  <a16:creationId xmlns:a16="http://schemas.microsoft.com/office/drawing/2014/main" id="{7BF0F6DA-59FC-6740-DB0F-BA7EEE87CF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" y="900"/>
              <a:ext cx="1584" cy="2860"/>
              <a:chOff x="1733" y="900"/>
              <a:chExt cx="1584" cy="2860"/>
            </a:xfrm>
          </p:grpSpPr>
          <p:sp>
            <p:nvSpPr>
              <p:cNvPr id="309348" name="Rectangle 100">
                <a:extLst>
                  <a:ext uri="{FF2B5EF4-FFF2-40B4-BE49-F238E27FC236}">
                    <a16:creationId xmlns:a16="http://schemas.microsoft.com/office/drawing/2014/main" id="{7BAA9D0B-4CA4-1F65-54A3-1D144472F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900"/>
                <a:ext cx="1584" cy="410"/>
              </a:xfrm>
              <a:prstGeom prst="rect">
                <a:avLst/>
              </a:prstGeom>
              <a:solidFill>
                <a:srgbClr val="C0C0C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Application </a:t>
                </a:r>
              </a:p>
            </p:txBody>
          </p:sp>
          <p:sp>
            <p:nvSpPr>
              <p:cNvPr id="309349" name="Rectangle 101">
                <a:extLst>
                  <a:ext uri="{FF2B5EF4-FFF2-40B4-BE49-F238E27FC236}">
                    <a16:creationId xmlns:a16="http://schemas.microsoft.com/office/drawing/2014/main" id="{DB763E15-1563-5197-A1B6-B3408F6E1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306"/>
                <a:ext cx="1584" cy="410"/>
              </a:xfrm>
              <a:prstGeom prst="rect">
                <a:avLst/>
              </a:prstGeom>
              <a:solidFill>
                <a:srgbClr val="99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Presentation</a:t>
                </a:r>
              </a:p>
            </p:txBody>
          </p:sp>
          <p:sp>
            <p:nvSpPr>
              <p:cNvPr id="309350" name="Rectangle 102">
                <a:extLst>
                  <a:ext uri="{FF2B5EF4-FFF2-40B4-BE49-F238E27FC236}">
                    <a16:creationId xmlns:a16="http://schemas.microsoft.com/office/drawing/2014/main" id="{8C96BAC2-52EB-4F8A-022C-5E98719C5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716"/>
                <a:ext cx="1584" cy="409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Session</a:t>
                </a:r>
              </a:p>
            </p:txBody>
          </p:sp>
          <p:sp>
            <p:nvSpPr>
              <p:cNvPr id="309351" name="Rectangle 103">
                <a:extLst>
                  <a:ext uri="{FF2B5EF4-FFF2-40B4-BE49-F238E27FC236}">
                    <a16:creationId xmlns:a16="http://schemas.microsoft.com/office/drawing/2014/main" id="{532877F2-D6B0-A610-8F8B-5D60BE96A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123"/>
                <a:ext cx="1584" cy="410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Transport  </a:t>
                </a:r>
              </a:p>
            </p:txBody>
          </p:sp>
          <p:sp>
            <p:nvSpPr>
              <p:cNvPr id="309352" name="Rectangle 104">
                <a:extLst>
                  <a:ext uri="{FF2B5EF4-FFF2-40B4-BE49-F238E27FC236}">
                    <a16:creationId xmlns:a16="http://schemas.microsoft.com/office/drawing/2014/main" id="{0D407D9C-CA88-2C9D-54DC-BA26C6E6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530"/>
                <a:ext cx="1584" cy="410"/>
              </a:xfrm>
              <a:prstGeom prst="rect">
                <a:avLst/>
              </a:prstGeom>
              <a:solidFill>
                <a:srgbClr val="FF99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Network   </a:t>
                </a:r>
              </a:p>
            </p:txBody>
          </p:sp>
          <p:sp>
            <p:nvSpPr>
              <p:cNvPr id="309353" name="Rectangle 105">
                <a:extLst>
                  <a:ext uri="{FF2B5EF4-FFF2-40B4-BE49-F238E27FC236}">
                    <a16:creationId xmlns:a16="http://schemas.microsoft.com/office/drawing/2014/main" id="{B57643BF-85FB-6BDB-116A-53FB9C96D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940"/>
                <a:ext cx="1584" cy="410"/>
              </a:xfrm>
              <a:prstGeom prst="rect">
                <a:avLst/>
              </a:prstGeom>
              <a:solidFill>
                <a:srgbClr val="66FF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Data Link</a:t>
                </a:r>
              </a:p>
            </p:txBody>
          </p:sp>
          <p:sp>
            <p:nvSpPr>
              <p:cNvPr id="309354" name="Rectangle 106">
                <a:extLst>
                  <a:ext uri="{FF2B5EF4-FFF2-40B4-BE49-F238E27FC236}">
                    <a16:creationId xmlns:a16="http://schemas.microsoft.com/office/drawing/2014/main" id="{F831909F-96A9-2BB7-14FC-943AB73C5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3350"/>
                <a:ext cx="1584" cy="410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Physical</a:t>
                </a:r>
              </a:p>
            </p:txBody>
          </p:sp>
        </p:grpSp>
        <p:sp>
          <p:nvSpPr>
            <p:cNvPr id="13335" name="Rectangle 83">
              <a:extLst>
                <a:ext uri="{FF2B5EF4-FFF2-40B4-BE49-F238E27FC236}">
                  <a16:creationId xmlns:a16="http://schemas.microsoft.com/office/drawing/2014/main" id="{F522FA72-FE11-B929-F0A3-147BA334C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894"/>
              <a:ext cx="1673" cy="2991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09357" name="Rectangle 109">
            <a:extLst>
              <a:ext uri="{FF2B5EF4-FFF2-40B4-BE49-F238E27FC236}">
                <a16:creationId xmlns:a16="http://schemas.microsoft.com/office/drawing/2014/main" id="{E6B7868C-CBF0-1FC5-2B08-FDDA68C8E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22375"/>
            <a:ext cx="2514600" cy="650875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Application </a:t>
            </a:r>
          </a:p>
        </p:txBody>
      </p:sp>
      <p:sp>
        <p:nvSpPr>
          <p:cNvPr id="13319" name="Date Placeholder 3">
            <a:extLst>
              <a:ext uri="{FF2B5EF4-FFF2-40B4-BE49-F238E27FC236}">
                <a16:creationId xmlns:a16="http://schemas.microsoft.com/office/drawing/2014/main" id="{D30733D2-39C5-8108-7B18-7EEE117E77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BAA582E-E002-4BA9-92C5-82BAFFB3F9C0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3320" name="Footer Placeholder 4">
            <a:extLst>
              <a:ext uri="{FF2B5EF4-FFF2-40B4-BE49-F238E27FC236}">
                <a16:creationId xmlns:a16="http://schemas.microsoft.com/office/drawing/2014/main" id="{FD16BB17-37A3-92B6-A73E-E43908083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3321" name="Slide Number Placeholder 5">
            <a:extLst>
              <a:ext uri="{FF2B5EF4-FFF2-40B4-BE49-F238E27FC236}">
                <a16:creationId xmlns:a16="http://schemas.microsoft.com/office/drawing/2014/main" id="{CFC46672-C030-8A3C-ABA7-7BF8CDCDF57E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65B0F481-442A-4C71-8CBE-1D68BC640451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4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2EC37583-D1ED-EBD5-F102-B7251AB713C8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9B914280-CCFA-49A0-EC09-B3D272CD7F42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21A6EC8C-5F09-2574-7274-93EA4BDC924F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86AEC1A2-DBF3-AFB9-E810-0924635D0F77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9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9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9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9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9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60" grpId="0" build="p" autoUpdateAnimBg="0"/>
      <p:bldP spid="309357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9CED7DD-7402-CA39-1E37-8F98A76C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386CD34-0E1F-4E19-BF6A-9683501D23EB}" type="slidenum">
              <a:rPr lang="en-US" altLang="en-US" sz="1200">
                <a:solidFill>
                  <a:srgbClr val="898989"/>
                </a:solidFill>
              </a:rPr>
              <a:pPr/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37356D9-C62C-B0D6-BE98-60EA8C92B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587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Examples</a:t>
            </a:r>
            <a:r>
              <a:rPr lang="en-US" altLang="ja-JP">
                <a:solidFill>
                  <a:schemeClr val="bg1"/>
                </a:solidFill>
              </a:rPr>
              <a:t> </a:t>
            </a:r>
            <a:r>
              <a:rPr lang="en-US" altLang="ja-JP" sz="2400">
                <a:solidFill>
                  <a:schemeClr val="bg1"/>
                </a:solidFill>
              </a:rPr>
              <a:t>of</a:t>
            </a:r>
            <a:r>
              <a:rPr lang="en-US" altLang="ja-JP">
                <a:solidFill>
                  <a:schemeClr val="bg1"/>
                </a:solidFill>
              </a:rPr>
              <a:t> </a:t>
            </a:r>
            <a:r>
              <a:rPr lang="en-US" altLang="ja-JP" sz="2400">
                <a:solidFill>
                  <a:schemeClr val="bg1"/>
                </a:solidFill>
              </a:rPr>
              <a:t>Networking</a:t>
            </a:r>
            <a:r>
              <a:rPr lang="en-US" altLang="ja-JP">
                <a:solidFill>
                  <a:schemeClr val="bg1"/>
                </a:solidFill>
              </a:rPr>
              <a:t> </a:t>
            </a:r>
            <a:r>
              <a:rPr lang="en-US" altLang="ja-JP" sz="2400">
                <a:solidFill>
                  <a:schemeClr val="bg1"/>
                </a:solidFill>
              </a:rPr>
              <a:t>Services</a:t>
            </a:r>
          </a:p>
        </p:txBody>
      </p:sp>
      <p:sp>
        <p:nvSpPr>
          <p:cNvPr id="311300" name="Rectangle 4">
            <a:extLst>
              <a:ext uri="{FF2B5EF4-FFF2-40B4-BE49-F238E27FC236}">
                <a16:creationId xmlns:a16="http://schemas.microsoft.com/office/drawing/2014/main" id="{62579BCF-10C6-503F-A46B-4C1AFBA7D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471488"/>
            <a:ext cx="8428037" cy="56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lnSpc>
                <a:spcPct val="275000"/>
              </a:lnSpc>
            </a:pPr>
            <a:r>
              <a:rPr lang="en-US" altLang="ja-JP">
                <a:solidFill>
                  <a:schemeClr val="folHlink"/>
                </a:solidFill>
              </a:rPr>
              <a:t>Service	       Port No.</a:t>
            </a:r>
          </a:p>
          <a:p>
            <a:pPr algn="l" eaLnBrk="1" hangingPunct="1">
              <a:lnSpc>
                <a:spcPct val="350000"/>
              </a:lnSpc>
            </a:pPr>
            <a:r>
              <a:rPr lang="en-US" altLang="ja-JP">
                <a:solidFill>
                  <a:srgbClr val="6600FF"/>
                </a:solidFill>
              </a:rPr>
              <a:t>HTTP			80	</a:t>
            </a:r>
          </a:p>
          <a:p>
            <a:pPr algn="l" eaLnBrk="1" hangingPunct="1">
              <a:lnSpc>
                <a:spcPct val="275000"/>
              </a:lnSpc>
            </a:pPr>
            <a:r>
              <a:rPr lang="en-US" altLang="ja-JP">
                <a:solidFill>
                  <a:srgbClr val="6600FF"/>
                </a:solidFill>
              </a:rPr>
              <a:t>FTP			21</a:t>
            </a:r>
          </a:p>
          <a:p>
            <a:pPr algn="l" eaLnBrk="1" hangingPunct="1">
              <a:lnSpc>
                <a:spcPct val="275000"/>
              </a:lnSpc>
            </a:pPr>
            <a:r>
              <a:rPr lang="en-US" altLang="ja-JP">
                <a:solidFill>
                  <a:srgbClr val="6600FF"/>
                </a:solidFill>
              </a:rPr>
              <a:t>SMTP 			25</a:t>
            </a:r>
          </a:p>
          <a:p>
            <a:pPr algn="l" eaLnBrk="1" hangingPunct="1">
              <a:lnSpc>
                <a:spcPct val="275000"/>
              </a:lnSpc>
            </a:pPr>
            <a:r>
              <a:rPr lang="en-US" altLang="ja-JP">
                <a:solidFill>
                  <a:srgbClr val="6600FF"/>
                </a:solidFill>
              </a:rPr>
              <a:t>TELNET		23</a:t>
            </a:r>
          </a:p>
          <a:p>
            <a:pPr algn="l" eaLnBrk="1" hangingPunct="1">
              <a:lnSpc>
                <a:spcPct val="275000"/>
              </a:lnSpc>
            </a:pPr>
            <a:r>
              <a:rPr lang="en-US" altLang="ja-JP">
                <a:solidFill>
                  <a:srgbClr val="6600FF"/>
                </a:solidFill>
              </a:rPr>
              <a:t>TFTP			69</a:t>
            </a:r>
          </a:p>
        </p:txBody>
      </p:sp>
      <p:pic>
        <p:nvPicPr>
          <p:cNvPr id="311301" name="Picture 5">
            <a:hlinkClick r:id="" action="ppaction://customshow?id=0&amp;return=true" highlightClick="1"/>
            <a:extLst>
              <a:ext uri="{FF2B5EF4-FFF2-40B4-BE49-F238E27FC236}">
                <a16:creationId xmlns:a16="http://schemas.microsoft.com/office/drawing/2014/main" id="{E72A5B12-FF8E-A626-BE65-FFF45D120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63" y="1676400"/>
            <a:ext cx="12160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1304" name="Picture 8">
            <a:hlinkClick r:id="" action="ppaction://customshow?id=1&amp;return=true" highlightClick="1"/>
            <a:extLst>
              <a:ext uri="{FF2B5EF4-FFF2-40B4-BE49-F238E27FC236}">
                <a16:creationId xmlns:a16="http://schemas.microsoft.com/office/drawing/2014/main" id="{0E671BAD-F236-238F-855F-D2DFFD4F8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63" y="4364038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1308" name="Picture 12">
            <a:hlinkClick r:id="" action="ppaction://customshow?id=3&amp;return=true" highlightClick="1"/>
            <a:extLst>
              <a:ext uri="{FF2B5EF4-FFF2-40B4-BE49-F238E27FC236}">
                <a16:creationId xmlns:a16="http://schemas.microsoft.com/office/drawing/2014/main" id="{625F0561-DA6F-2FCF-C5BC-6C605168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63" y="3468688"/>
            <a:ext cx="1216025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1317" name="Picture 21">
            <a:hlinkClick r:id="" action="ppaction://customshow?id=4&amp;return=true" highlightClick="1"/>
            <a:extLst>
              <a:ext uri="{FF2B5EF4-FFF2-40B4-BE49-F238E27FC236}">
                <a16:creationId xmlns:a16="http://schemas.microsoft.com/office/drawing/2014/main" id="{9E546B04-D3C2-F255-0131-065CE1A2A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63" y="2573338"/>
            <a:ext cx="1216025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5" name="Date Placeholder 3">
            <a:extLst>
              <a:ext uri="{FF2B5EF4-FFF2-40B4-BE49-F238E27FC236}">
                <a16:creationId xmlns:a16="http://schemas.microsoft.com/office/drawing/2014/main" id="{8CB631FD-5062-8335-16C2-140DB99E31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3D22324-2CB8-48B0-8209-912C59535BB3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4346" name="Footer Placeholder 4">
            <a:extLst>
              <a:ext uri="{FF2B5EF4-FFF2-40B4-BE49-F238E27FC236}">
                <a16:creationId xmlns:a16="http://schemas.microsoft.com/office/drawing/2014/main" id="{413399EA-962B-627A-1219-BABD2BCD6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4347" name="Slide Number Placeholder 5">
            <a:extLst>
              <a:ext uri="{FF2B5EF4-FFF2-40B4-BE49-F238E27FC236}">
                <a16:creationId xmlns:a16="http://schemas.microsoft.com/office/drawing/2014/main" id="{9E1A30AD-BC9C-27D9-48BD-479EEE34FCE3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97F6D1B1-46CC-426E-97FF-ED58FB7BD733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1228C6F9-D2C0-40B0-2878-2AC1C9872883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B5F7551F-BE89-8323-200F-91A6F60764F0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A4BF184F-04C4-E8B5-C080-C87FD3ABDBF3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00F64016-290A-44CE-1A14-2680912332A3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1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1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1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1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1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1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31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106A3CA-1BB3-EF20-FE97-F8405DAB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4C97F4A-F970-4E59-81E5-862D0BBE830F}" type="slidenum">
              <a:rPr lang="en-US" altLang="en-US" sz="1200">
                <a:solidFill>
                  <a:srgbClr val="898989"/>
                </a:solidFill>
              </a:rPr>
              <a:pPr/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39034" name="Rectangle 90">
            <a:extLst>
              <a:ext uri="{FF2B5EF4-FFF2-40B4-BE49-F238E27FC236}">
                <a16:creationId xmlns:a16="http://schemas.microsoft.com/office/drawing/2014/main" id="{0AB18650-6CA5-77C7-99CC-625325196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1095375"/>
            <a:ext cx="2514600" cy="650875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Application </a:t>
            </a:r>
          </a:p>
        </p:txBody>
      </p:sp>
      <p:grpSp>
        <p:nvGrpSpPr>
          <p:cNvPr id="2" name="Group 91">
            <a:extLst>
              <a:ext uri="{FF2B5EF4-FFF2-40B4-BE49-F238E27FC236}">
                <a16:creationId xmlns:a16="http://schemas.microsoft.com/office/drawing/2014/main" id="{B5516BC2-8A8E-9328-9314-38D8381BB98A}"/>
              </a:ext>
            </a:extLst>
          </p:cNvPr>
          <p:cNvGrpSpPr>
            <a:grpSpLocks/>
          </p:cNvGrpSpPr>
          <p:nvPr/>
        </p:nvGrpSpPr>
        <p:grpSpPr bwMode="auto">
          <a:xfrm>
            <a:off x="2803525" y="1741488"/>
            <a:ext cx="2495550" cy="619125"/>
            <a:chOff x="1766" y="1097"/>
            <a:chExt cx="1572" cy="390"/>
          </a:xfrm>
        </p:grpSpPr>
        <p:sp>
          <p:nvSpPr>
            <p:cNvPr id="338986" name="AutoShape 42">
              <a:extLst>
                <a:ext uri="{FF2B5EF4-FFF2-40B4-BE49-F238E27FC236}">
                  <a16:creationId xmlns:a16="http://schemas.microsoft.com/office/drawing/2014/main" id="{079695C6-4C81-41A7-2968-1D40FC22DF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24" y="109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390" name="Text Box 43">
              <a:extLst>
                <a:ext uri="{FF2B5EF4-FFF2-40B4-BE49-F238E27FC236}">
                  <a16:creationId xmlns:a16="http://schemas.microsoft.com/office/drawing/2014/main" id="{86E27067-8316-E212-B526-C53338D00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5" y="118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21</a:t>
              </a:r>
            </a:p>
          </p:txBody>
        </p:sp>
        <p:sp>
          <p:nvSpPr>
            <p:cNvPr id="338981" name="AutoShape 37">
              <a:extLst>
                <a:ext uri="{FF2B5EF4-FFF2-40B4-BE49-F238E27FC236}">
                  <a16:creationId xmlns:a16="http://schemas.microsoft.com/office/drawing/2014/main" id="{607F5292-9D13-D398-E577-914259E144E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05" y="109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392" name="Text Box 39">
              <a:extLst>
                <a:ext uri="{FF2B5EF4-FFF2-40B4-BE49-F238E27FC236}">
                  <a16:creationId xmlns:a16="http://schemas.microsoft.com/office/drawing/2014/main" id="{9F791636-718E-EEEF-EFF4-275B81EEF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" y="118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80</a:t>
              </a:r>
            </a:p>
          </p:txBody>
        </p:sp>
        <p:sp>
          <p:nvSpPr>
            <p:cNvPr id="338989" name="AutoShape 45">
              <a:extLst>
                <a:ext uri="{FF2B5EF4-FFF2-40B4-BE49-F238E27FC236}">
                  <a16:creationId xmlns:a16="http://schemas.microsoft.com/office/drawing/2014/main" id="{1E9B28AF-9FE7-B4DC-D5FF-D77E9FF59C5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243" y="109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394" name="Text Box 46">
              <a:extLst>
                <a:ext uri="{FF2B5EF4-FFF2-40B4-BE49-F238E27FC236}">
                  <a16:creationId xmlns:a16="http://schemas.microsoft.com/office/drawing/2014/main" id="{585489D2-4181-DE1F-56FB-1A41262A5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118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25</a:t>
              </a:r>
            </a:p>
          </p:txBody>
        </p:sp>
        <p:sp>
          <p:nvSpPr>
            <p:cNvPr id="338992" name="AutoShape 48">
              <a:extLst>
                <a:ext uri="{FF2B5EF4-FFF2-40B4-BE49-F238E27FC236}">
                  <a16:creationId xmlns:a16="http://schemas.microsoft.com/office/drawing/2014/main" id="{B9A1FD41-A764-12CC-F3A9-DA36932B09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894" y="109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396" name="Text Box 49">
              <a:extLst>
                <a:ext uri="{FF2B5EF4-FFF2-40B4-BE49-F238E27FC236}">
                  <a16:creationId xmlns:a16="http://schemas.microsoft.com/office/drawing/2014/main" id="{1FD2B0FB-B76A-B498-1885-E2DA596BB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5" y="118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67</a:t>
              </a:r>
            </a:p>
          </p:txBody>
        </p:sp>
        <p:sp>
          <p:nvSpPr>
            <p:cNvPr id="338995" name="AutoShape 51">
              <a:extLst>
                <a:ext uri="{FF2B5EF4-FFF2-40B4-BE49-F238E27FC236}">
                  <a16:creationId xmlns:a16="http://schemas.microsoft.com/office/drawing/2014/main" id="{DC259CFF-13CE-EA17-1EC7-3855AE97107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675" y="109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398" name="Text Box 52">
              <a:extLst>
                <a:ext uri="{FF2B5EF4-FFF2-40B4-BE49-F238E27FC236}">
                  <a16:creationId xmlns:a16="http://schemas.microsoft.com/office/drawing/2014/main" id="{EC1F6588-69CC-5ED0-87C8-5F752F5BA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6" y="118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53</a:t>
              </a:r>
            </a:p>
          </p:txBody>
        </p:sp>
        <p:sp>
          <p:nvSpPr>
            <p:cNvPr id="338998" name="AutoShape 54">
              <a:extLst>
                <a:ext uri="{FF2B5EF4-FFF2-40B4-BE49-F238E27FC236}">
                  <a16:creationId xmlns:a16="http://schemas.microsoft.com/office/drawing/2014/main" id="{5FCD2E19-6DB7-C68A-EAE4-3F113B589A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113" y="109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400" name="Text Box 55">
              <a:extLst>
                <a:ext uri="{FF2B5EF4-FFF2-40B4-BE49-F238E27FC236}">
                  <a16:creationId xmlns:a16="http://schemas.microsoft.com/office/drawing/2014/main" id="{1E8F8C7F-07D5-CF59-9C35-DE3EE6761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4" y="118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69</a:t>
              </a:r>
            </a:p>
          </p:txBody>
        </p:sp>
      </p:grpSp>
      <p:sp>
        <p:nvSpPr>
          <p:cNvPr id="15365" name="Rectangle 74">
            <a:extLst>
              <a:ext uri="{FF2B5EF4-FFF2-40B4-BE49-F238E27FC236}">
                <a16:creationId xmlns:a16="http://schemas.microsoft.com/office/drawing/2014/main" id="{CA184F94-1D2B-40B9-A485-79F17373C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080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Data flow from Application Layer</a:t>
            </a:r>
          </a:p>
        </p:txBody>
      </p:sp>
      <p:sp>
        <p:nvSpPr>
          <p:cNvPr id="339024" name="Rectangle 80">
            <a:extLst>
              <a:ext uri="{FF2B5EF4-FFF2-40B4-BE49-F238E27FC236}">
                <a16:creationId xmlns:a16="http://schemas.microsoft.com/office/drawing/2014/main" id="{19B37D97-A34A-FDCF-E2FE-3C591C75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1477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grpSp>
        <p:nvGrpSpPr>
          <p:cNvPr id="3" name="Group 89">
            <a:extLst>
              <a:ext uri="{FF2B5EF4-FFF2-40B4-BE49-F238E27FC236}">
                <a16:creationId xmlns:a16="http://schemas.microsoft.com/office/drawing/2014/main" id="{7F9C824E-C872-8224-6EAF-200733366D5C}"/>
              </a:ext>
            </a:extLst>
          </p:cNvPr>
          <p:cNvGrpSpPr>
            <a:grpSpLocks/>
          </p:cNvGrpSpPr>
          <p:nvPr/>
        </p:nvGrpSpPr>
        <p:grpSpPr bwMode="auto">
          <a:xfrm>
            <a:off x="2740025" y="2230438"/>
            <a:ext cx="2514600" cy="3895725"/>
            <a:chOff x="0" y="1059"/>
            <a:chExt cx="1584" cy="2454"/>
          </a:xfrm>
        </p:grpSpPr>
        <p:sp>
          <p:nvSpPr>
            <p:cNvPr id="339027" name="Rectangle 83">
              <a:extLst>
                <a:ext uri="{FF2B5EF4-FFF2-40B4-BE49-F238E27FC236}">
                  <a16:creationId xmlns:a16="http://schemas.microsoft.com/office/drawing/2014/main" id="{E9F85783-B94A-7F5D-D1CE-116883D34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59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339028" name="Rectangle 84">
              <a:extLst>
                <a:ext uri="{FF2B5EF4-FFF2-40B4-BE49-F238E27FC236}">
                  <a16:creationId xmlns:a16="http://schemas.microsoft.com/office/drawing/2014/main" id="{A0930808-8352-D7D9-D137-A537EC7A9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69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  <p:sp>
          <p:nvSpPr>
            <p:cNvPr id="339029" name="Rectangle 85">
              <a:extLst>
                <a:ext uri="{FF2B5EF4-FFF2-40B4-BE49-F238E27FC236}">
                  <a16:creationId xmlns:a16="http://schemas.microsoft.com/office/drawing/2014/main" id="{53D48D73-E3C6-752B-BCBB-5C0BF0607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76"/>
              <a:ext cx="1584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Transport  </a:t>
              </a:r>
            </a:p>
          </p:txBody>
        </p:sp>
        <p:sp>
          <p:nvSpPr>
            <p:cNvPr id="339030" name="Rectangle 86">
              <a:extLst>
                <a:ext uri="{FF2B5EF4-FFF2-40B4-BE49-F238E27FC236}">
                  <a16:creationId xmlns:a16="http://schemas.microsoft.com/office/drawing/2014/main" id="{D7DE119E-0742-6D88-3A96-BACEA8470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83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339031" name="Rectangle 87">
              <a:extLst>
                <a:ext uri="{FF2B5EF4-FFF2-40B4-BE49-F238E27FC236}">
                  <a16:creationId xmlns:a16="http://schemas.microsoft.com/office/drawing/2014/main" id="{8F1A917C-0D24-67C6-F15C-8A1CAFC5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693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339032" name="Rectangle 88">
              <a:extLst>
                <a:ext uri="{FF2B5EF4-FFF2-40B4-BE49-F238E27FC236}">
                  <a16:creationId xmlns:a16="http://schemas.microsoft.com/office/drawing/2014/main" id="{3CA65187-6B2A-56A9-4112-F8FF4B936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103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15368" name="Date Placeholder 3">
            <a:extLst>
              <a:ext uri="{FF2B5EF4-FFF2-40B4-BE49-F238E27FC236}">
                <a16:creationId xmlns:a16="http://schemas.microsoft.com/office/drawing/2014/main" id="{267FFF23-96EA-12C3-B385-16DB9756D2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1FA3D4A-2AC7-4ADF-9619-702147D1DE0F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5369" name="Footer Placeholder 4">
            <a:extLst>
              <a:ext uri="{FF2B5EF4-FFF2-40B4-BE49-F238E27FC236}">
                <a16:creationId xmlns:a16="http://schemas.microsoft.com/office/drawing/2014/main" id="{F23B5A97-49AA-2931-D47C-BD6A0802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5370" name="Slide Number Placeholder 5">
            <a:extLst>
              <a:ext uri="{FF2B5EF4-FFF2-40B4-BE49-F238E27FC236}">
                <a16:creationId xmlns:a16="http://schemas.microsoft.com/office/drawing/2014/main" id="{C46B22F0-F65F-E358-3D53-D26265A8F8DE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437CC301-AD26-4477-9883-D4C7E6A4677B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6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A52FB561-60BE-7132-7D1D-123CE13411B2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5961AB67-7E30-6F2F-B5D0-3C7E5DE150C6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86D3CC01-5CAD-F2E3-3442-113342B4431B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0EAF7D23-94E4-AE36-6261-412FE85EF9DF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9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034" grpId="0" animBg="1" autoUpdateAnimBg="0"/>
      <p:bldP spid="339024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4EAD47BD-54B6-FA83-C3D2-5FF554E4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8F5AF0A-2EB2-47CC-81EC-A5549436720A}" type="slidenum">
              <a:rPr lang="en-US" altLang="en-US" sz="1200">
                <a:solidFill>
                  <a:srgbClr val="898989"/>
                </a:solidFill>
              </a:rPr>
              <a:pPr/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A4E2396-2C6E-2C6E-5CF3-BBAF1788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Presentation Layer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46ADC38-7C07-7B88-9E53-5D5B5089F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8" y="1196975"/>
            <a:ext cx="5937250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/>
              <a:t>	</a:t>
            </a:r>
            <a:r>
              <a:rPr lang="en-US" altLang="ja-JP">
                <a:solidFill>
                  <a:schemeClr val="folHlink"/>
                </a:solidFill>
              </a:rPr>
              <a:t>Presentation Layer</a:t>
            </a:r>
            <a:r>
              <a:rPr lang="en-US" altLang="ja-JP"/>
              <a:t>   It is  responsible for defining a standard format to the data.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It deals with data presentation.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The major functions described at this layer are..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Encoding       –  Decoding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Ex: </a:t>
            </a:r>
            <a:r>
              <a:rPr lang="en-US" altLang="ja-JP" b="0"/>
              <a:t>ASCII, EBCDIC (Text)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      </a:t>
            </a:r>
            <a:r>
              <a:rPr lang="en-US" altLang="ja-JP" b="0"/>
              <a:t>JPEG,GIF,TIFF (Graphics)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b="0"/>
              <a:t>          MIDI,WAV (Voice)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b="0"/>
              <a:t>          MPEG,DAT,AVI (Video)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Encryption     – Decryption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Compression  – Decompression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	</a:t>
            </a:r>
          </a:p>
        </p:txBody>
      </p:sp>
      <p:pic>
        <p:nvPicPr>
          <p:cNvPr id="316424" name="Picture 8">
            <a:hlinkClick r:id="" action="ppaction://customshow?id=2&amp;return=true" highlightClick="1"/>
            <a:extLst>
              <a:ext uri="{FF2B5EF4-FFF2-40B4-BE49-F238E27FC236}">
                <a16:creationId xmlns:a16="http://schemas.microsoft.com/office/drawing/2014/main" id="{36F0A443-B6C1-EE84-E19E-8D92AC696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900" y="4549775"/>
            <a:ext cx="132715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32">
            <a:extLst>
              <a:ext uri="{FF2B5EF4-FFF2-40B4-BE49-F238E27FC236}">
                <a16:creationId xmlns:a16="http://schemas.microsoft.com/office/drawing/2014/main" id="{0C90B0BF-36C7-2958-8315-3135A763214F}"/>
              </a:ext>
            </a:extLst>
          </p:cNvPr>
          <p:cNvGrpSpPr>
            <a:grpSpLocks/>
          </p:cNvGrpSpPr>
          <p:nvPr/>
        </p:nvGrpSpPr>
        <p:grpSpPr bwMode="auto">
          <a:xfrm>
            <a:off x="0" y="1249363"/>
            <a:ext cx="2655888" cy="4748212"/>
            <a:chOff x="1717" y="894"/>
            <a:chExt cx="1673" cy="2991"/>
          </a:xfrm>
        </p:grpSpPr>
        <p:grpSp>
          <p:nvGrpSpPr>
            <p:cNvPr id="16407" name="Group 33">
              <a:extLst>
                <a:ext uri="{FF2B5EF4-FFF2-40B4-BE49-F238E27FC236}">
                  <a16:creationId xmlns:a16="http://schemas.microsoft.com/office/drawing/2014/main" id="{74BB81CF-205F-C747-8703-D671D895B6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" y="900"/>
              <a:ext cx="1584" cy="2860"/>
              <a:chOff x="1733" y="900"/>
              <a:chExt cx="1584" cy="2860"/>
            </a:xfrm>
          </p:grpSpPr>
          <p:sp>
            <p:nvSpPr>
              <p:cNvPr id="316450" name="Rectangle 34">
                <a:extLst>
                  <a:ext uri="{FF2B5EF4-FFF2-40B4-BE49-F238E27FC236}">
                    <a16:creationId xmlns:a16="http://schemas.microsoft.com/office/drawing/2014/main" id="{83C76F08-E51C-4CDE-5900-65D217896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900"/>
                <a:ext cx="1584" cy="410"/>
              </a:xfrm>
              <a:prstGeom prst="rect">
                <a:avLst/>
              </a:prstGeom>
              <a:solidFill>
                <a:srgbClr val="C0C0C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Application </a:t>
                </a:r>
              </a:p>
            </p:txBody>
          </p:sp>
          <p:sp>
            <p:nvSpPr>
              <p:cNvPr id="316451" name="Rectangle 35">
                <a:extLst>
                  <a:ext uri="{FF2B5EF4-FFF2-40B4-BE49-F238E27FC236}">
                    <a16:creationId xmlns:a16="http://schemas.microsoft.com/office/drawing/2014/main" id="{C713A1E3-F39B-EFCD-F503-A33D843A1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306"/>
                <a:ext cx="1584" cy="410"/>
              </a:xfrm>
              <a:prstGeom prst="rect">
                <a:avLst/>
              </a:prstGeom>
              <a:solidFill>
                <a:srgbClr val="99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Presentation</a:t>
                </a:r>
              </a:p>
            </p:txBody>
          </p:sp>
          <p:sp>
            <p:nvSpPr>
              <p:cNvPr id="316452" name="Rectangle 36">
                <a:extLst>
                  <a:ext uri="{FF2B5EF4-FFF2-40B4-BE49-F238E27FC236}">
                    <a16:creationId xmlns:a16="http://schemas.microsoft.com/office/drawing/2014/main" id="{441FA5D7-2A30-8ACB-18C9-383859DCB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716"/>
                <a:ext cx="1584" cy="409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Session</a:t>
                </a:r>
              </a:p>
            </p:txBody>
          </p:sp>
          <p:sp>
            <p:nvSpPr>
              <p:cNvPr id="316453" name="Rectangle 37">
                <a:extLst>
                  <a:ext uri="{FF2B5EF4-FFF2-40B4-BE49-F238E27FC236}">
                    <a16:creationId xmlns:a16="http://schemas.microsoft.com/office/drawing/2014/main" id="{59BC484A-3C72-A88D-C429-D7A9B124E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123"/>
                <a:ext cx="1584" cy="410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Transport  </a:t>
                </a:r>
              </a:p>
            </p:txBody>
          </p:sp>
          <p:sp>
            <p:nvSpPr>
              <p:cNvPr id="316454" name="Rectangle 38">
                <a:extLst>
                  <a:ext uri="{FF2B5EF4-FFF2-40B4-BE49-F238E27FC236}">
                    <a16:creationId xmlns:a16="http://schemas.microsoft.com/office/drawing/2014/main" id="{0DF40E4E-5499-C497-E2C1-53CAECC64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530"/>
                <a:ext cx="1584" cy="410"/>
              </a:xfrm>
              <a:prstGeom prst="rect">
                <a:avLst/>
              </a:prstGeom>
              <a:solidFill>
                <a:srgbClr val="FF99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Network   </a:t>
                </a:r>
              </a:p>
            </p:txBody>
          </p:sp>
          <p:sp>
            <p:nvSpPr>
              <p:cNvPr id="316455" name="Rectangle 39">
                <a:extLst>
                  <a:ext uri="{FF2B5EF4-FFF2-40B4-BE49-F238E27FC236}">
                    <a16:creationId xmlns:a16="http://schemas.microsoft.com/office/drawing/2014/main" id="{47E7F524-7E09-7332-FF3F-B8D5FE92A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940"/>
                <a:ext cx="1584" cy="410"/>
              </a:xfrm>
              <a:prstGeom prst="rect">
                <a:avLst/>
              </a:prstGeom>
              <a:solidFill>
                <a:srgbClr val="66FF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Data Link</a:t>
                </a:r>
              </a:p>
            </p:txBody>
          </p:sp>
          <p:sp>
            <p:nvSpPr>
              <p:cNvPr id="316456" name="Rectangle 40">
                <a:extLst>
                  <a:ext uri="{FF2B5EF4-FFF2-40B4-BE49-F238E27FC236}">
                    <a16:creationId xmlns:a16="http://schemas.microsoft.com/office/drawing/2014/main" id="{6774C276-037A-97E4-00EC-8CE2F9F85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3350"/>
                <a:ext cx="1584" cy="410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Physical</a:t>
                </a:r>
              </a:p>
            </p:txBody>
          </p:sp>
        </p:grpSp>
        <p:sp>
          <p:nvSpPr>
            <p:cNvPr id="16408" name="Rectangle 41">
              <a:extLst>
                <a:ext uri="{FF2B5EF4-FFF2-40B4-BE49-F238E27FC236}">
                  <a16:creationId xmlns:a16="http://schemas.microsoft.com/office/drawing/2014/main" id="{59247C1B-AE6D-441B-E4D8-7CD2077D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894"/>
              <a:ext cx="1673" cy="2991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16437" name="Rectangle 21">
            <a:extLst>
              <a:ext uri="{FF2B5EF4-FFF2-40B4-BE49-F238E27FC236}">
                <a16:creationId xmlns:a16="http://schemas.microsoft.com/office/drawing/2014/main" id="{B9872EDF-CBC5-5C56-CE01-AB345F4AA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93888"/>
            <a:ext cx="2514600" cy="650875"/>
          </a:xfrm>
          <a:prstGeom prst="rect">
            <a:avLst/>
          </a:prstGeom>
          <a:solidFill>
            <a:srgbClr val="99FF99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Presentation</a:t>
            </a:r>
          </a:p>
        </p:txBody>
      </p:sp>
      <p:sp>
        <p:nvSpPr>
          <p:cNvPr id="16392" name="Date Placeholder 3">
            <a:extLst>
              <a:ext uri="{FF2B5EF4-FFF2-40B4-BE49-F238E27FC236}">
                <a16:creationId xmlns:a16="http://schemas.microsoft.com/office/drawing/2014/main" id="{CF0C8925-99F0-3373-F866-A75F1A97580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ECB1803-2F52-4BC6-86DD-5CC119F54D2E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6393" name="Footer Placeholder 4">
            <a:extLst>
              <a:ext uri="{FF2B5EF4-FFF2-40B4-BE49-F238E27FC236}">
                <a16:creationId xmlns:a16="http://schemas.microsoft.com/office/drawing/2014/main" id="{78677DB9-164A-1D30-F7B7-D4F7BC22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6394" name="Slide Number Placeholder 5">
            <a:extLst>
              <a:ext uri="{FF2B5EF4-FFF2-40B4-BE49-F238E27FC236}">
                <a16:creationId xmlns:a16="http://schemas.microsoft.com/office/drawing/2014/main" id="{7B14EB10-F766-3074-11E4-B5138906F696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9029FAA3-DC03-4F16-B608-DEEBF59EEA57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7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B6DCB832-CD7E-86CC-53F4-5A92234BB31F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33871B7F-2BD5-95DA-6C38-3173073A4054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D64E6275-3986-F0FF-797A-A552D2CB14A4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B6C936A6-1DD0-C7E2-4ECA-E2164021DA75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6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6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6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6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 autoUpdateAnimBg="0"/>
      <p:bldP spid="31643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4ECD96C-7CA7-1A0A-3A84-1402BB29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EF753BB-1C2E-45CD-A2D7-8979DF4AD93B}" type="slidenum">
              <a:rPr lang="en-US" altLang="en-US" sz="1200">
                <a:solidFill>
                  <a:srgbClr val="898989"/>
                </a:solidFill>
              </a:rPr>
              <a:pPr/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7411" name="Rectangle 1049">
            <a:extLst>
              <a:ext uri="{FF2B5EF4-FFF2-40B4-BE49-F238E27FC236}">
                <a16:creationId xmlns:a16="http://schemas.microsoft.com/office/drawing/2014/main" id="{B3D045A2-6AFC-DC07-BBCF-47D8A53AD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167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Data flow from Presentation Layer</a:t>
            </a:r>
          </a:p>
        </p:txBody>
      </p:sp>
      <p:sp>
        <p:nvSpPr>
          <p:cNvPr id="342048" name="Rectangle 1056">
            <a:extLst>
              <a:ext uri="{FF2B5EF4-FFF2-40B4-BE49-F238E27FC236}">
                <a16:creationId xmlns:a16="http://schemas.microsoft.com/office/drawing/2014/main" id="{41EF6568-2870-74D4-15B2-0A458E9BB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2907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42049" name="Rectangle 1057">
            <a:extLst>
              <a:ext uri="{FF2B5EF4-FFF2-40B4-BE49-F238E27FC236}">
                <a16:creationId xmlns:a16="http://schemas.microsoft.com/office/drawing/2014/main" id="{ECB9FD0E-7ECB-F76B-9F09-959C34822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61925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42051" name="AutoShape 1059">
            <a:extLst>
              <a:ext uri="{FF2B5EF4-FFF2-40B4-BE49-F238E27FC236}">
                <a16:creationId xmlns:a16="http://schemas.microsoft.com/office/drawing/2014/main" id="{71457144-E5FE-4D87-3945-667A6F6A8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1763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069">
            <a:extLst>
              <a:ext uri="{FF2B5EF4-FFF2-40B4-BE49-F238E27FC236}">
                <a16:creationId xmlns:a16="http://schemas.microsoft.com/office/drawing/2014/main" id="{15E32C5F-2978-A312-E2C4-BBA265789AC8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1585913"/>
            <a:ext cx="2514600" cy="4540250"/>
            <a:chOff x="1733" y="900"/>
            <a:chExt cx="1584" cy="2860"/>
          </a:xfrm>
        </p:grpSpPr>
        <p:sp>
          <p:nvSpPr>
            <p:cNvPr id="342062" name="Rectangle 1070">
              <a:extLst>
                <a:ext uri="{FF2B5EF4-FFF2-40B4-BE49-F238E27FC236}">
                  <a16:creationId xmlns:a16="http://schemas.microsoft.com/office/drawing/2014/main" id="{793FC0D2-C8FE-CD5D-82D2-BC6176B56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900"/>
              <a:ext cx="1584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Application </a:t>
              </a:r>
            </a:p>
          </p:txBody>
        </p:sp>
        <p:sp>
          <p:nvSpPr>
            <p:cNvPr id="342063" name="Rectangle 1071">
              <a:extLst>
                <a:ext uri="{FF2B5EF4-FFF2-40B4-BE49-F238E27FC236}">
                  <a16:creationId xmlns:a16="http://schemas.microsoft.com/office/drawing/2014/main" id="{D4E5CB7F-2F64-F875-A57A-1CAFDBA0E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306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342064" name="Rectangle 1072">
              <a:extLst>
                <a:ext uri="{FF2B5EF4-FFF2-40B4-BE49-F238E27FC236}">
                  <a16:creationId xmlns:a16="http://schemas.microsoft.com/office/drawing/2014/main" id="{91C6AD97-A1CB-368A-CFDE-679AAF5CD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716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  <p:sp>
          <p:nvSpPr>
            <p:cNvPr id="342065" name="Rectangle 1073">
              <a:extLst>
                <a:ext uri="{FF2B5EF4-FFF2-40B4-BE49-F238E27FC236}">
                  <a16:creationId xmlns:a16="http://schemas.microsoft.com/office/drawing/2014/main" id="{98F9F368-0442-8377-A0F0-ADA31F20E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123"/>
              <a:ext cx="1584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Transport  </a:t>
              </a:r>
            </a:p>
          </p:txBody>
        </p:sp>
        <p:sp>
          <p:nvSpPr>
            <p:cNvPr id="342066" name="Rectangle 1074">
              <a:extLst>
                <a:ext uri="{FF2B5EF4-FFF2-40B4-BE49-F238E27FC236}">
                  <a16:creationId xmlns:a16="http://schemas.microsoft.com/office/drawing/2014/main" id="{0C55C285-6356-9C90-A6B5-350E58A90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530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342067" name="Rectangle 1075">
              <a:extLst>
                <a:ext uri="{FF2B5EF4-FFF2-40B4-BE49-F238E27FC236}">
                  <a16:creationId xmlns:a16="http://schemas.microsoft.com/office/drawing/2014/main" id="{6D015A03-5413-2466-9162-4E4E0F6CE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940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342068" name="Rectangle 1076">
              <a:extLst>
                <a:ext uri="{FF2B5EF4-FFF2-40B4-BE49-F238E27FC236}">
                  <a16:creationId xmlns:a16="http://schemas.microsoft.com/office/drawing/2014/main" id="{C0844F9B-B4F0-AD3F-1B1D-DA408F670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3350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17416" name="Date Placeholder 3">
            <a:extLst>
              <a:ext uri="{FF2B5EF4-FFF2-40B4-BE49-F238E27FC236}">
                <a16:creationId xmlns:a16="http://schemas.microsoft.com/office/drawing/2014/main" id="{54A58468-603B-4C2A-EA30-96B3247FDB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DBA4D35-8902-41B9-9F3A-6B7D91096E3C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7417" name="Footer Placeholder 4">
            <a:extLst>
              <a:ext uri="{FF2B5EF4-FFF2-40B4-BE49-F238E27FC236}">
                <a16:creationId xmlns:a16="http://schemas.microsoft.com/office/drawing/2014/main" id="{27D3296D-9336-1462-CFBB-18D8239B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7418" name="Slide Number Placeholder 5">
            <a:extLst>
              <a:ext uri="{FF2B5EF4-FFF2-40B4-BE49-F238E27FC236}">
                <a16:creationId xmlns:a16="http://schemas.microsoft.com/office/drawing/2014/main" id="{5DFFBC34-1FDB-CC03-662D-1D8D37C23C2C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B6CAB85D-F219-4F87-ACEB-10CF3267216E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8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BF257F12-FE52-7CBB-5312-D496FCE4BD35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1BC3ADFB-349C-9A71-9D1C-68200AABEE1B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1A3CA021-439C-1B44-CE4C-082A07BABDB6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E88FBAEB-5533-80D4-4AB8-C0A49EBE7742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48" grpId="0" animBg="1" autoUpdateAnimBg="0"/>
      <p:bldP spid="342049" grpId="0" animBg="1" autoUpdateAnimBg="0"/>
      <p:bldP spid="3420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C618877C-DA2C-A137-3922-27488FDA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58F4AAC-C1FF-4481-8445-65D6727652CF}" type="slidenum">
              <a:rPr lang="en-US" altLang="en-US" sz="1200">
                <a:solidFill>
                  <a:srgbClr val="898989"/>
                </a:solidFill>
              </a:rPr>
              <a:pPr/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C5DC7EC-1DC5-19F5-3CF6-BDAE8FDCC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Session Layer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33406524-1B5E-9ED9-1757-05CD813FD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1196975"/>
            <a:ext cx="5541963" cy="484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/>
              <a:t>	</a:t>
            </a:r>
            <a:r>
              <a:rPr lang="en-US" altLang="ja-JP">
                <a:solidFill>
                  <a:schemeClr val="folHlink"/>
                </a:solidFill>
              </a:rPr>
              <a:t>Session Layer</a:t>
            </a:r>
            <a:r>
              <a:rPr lang="en-US" altLang="ja-JP"/>
              <a:t>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	It is responsible for establishing, maintaining and terminating the sessions. </a:t>
            </a:r>
          </a:p>
          <a:p>
            <a:pPr algn="l" eaLnBrk="1" hangingPunct="1">
              <a:spcBef>
                <a:spcPct val="20000"/>
              </a:spcBef>
            </a:pPr>
            <a:endParaRPr lang="en-US" altLang="ja-JP"/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	Session ID is used to identify a session or interaction.</a:t>
            </a:r>
          </a:p>
          <a:p>
            <a:pPr algn="l" eaLnBrk="1" hangingPunct="1">
              <a:spcBef>
                <a:spcPct val="20000"/>
              </a:spcBef>
            </a:pPr>
            <a:endParaRPr lang="en-US" altLang="ja-JP"/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Examples :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RPC </a:t>
            </a:r>
            <a:r>
              <a:rPr lang="en-US" altLang="ja-JP">
                <a:sym typeface="Wingdings" panose="05000000000000000000" pitchFamily="2" charset="2"/>
              </a:rPr>
              <a:t> Remote Procedural Call</a:t>
            </a:r>
            <a:r>
              <a:rPr lang="en-US" altLang="ja-JP"/>
              <a:t>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	SQL </a:t>
            </a:r>
            <a:r>
              <a:rPr lang="en-US" altLang="ja-JP">
                <a:sym typeface="Wingdings" panose="05000000000000000000" pitchFamily="2" charset="2"/>
              </a:rPr>
              <a:t> Structured Query Language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	ASP </a:t>
            </a:r>
            <a:r>
              <a:rPr lang="en-US" altLang="ja-JP">
                <a:sym typeface="Wingdings" panose="05000000000000000000" pitchFamily="2" charset="2"/>
              </a:rPr>
              <a:t> AppleTalk Session protocol</a:t>
            </a:r>
            <a:endParaRPr lang="en-US" altLang="ja-JP"/>
          </a:p>
        </p:txBody>
      </p:sp>
      <p:pic>
        <p:nvPicPr>
          <p:cNvPr id="315399" name="Picture 7">
            <a:hlinkClick r:id="" action="ppaction://customshow?id=3&amp;return=true" highlightClick="1"/>
            <a:extLst>
              <a:ext uri="{FF2B5EF4-FFF2-40B4-BE49-F238E27FC236}">
                <a16:creationId xmlns:a16="http://schemas.microsoft.com/office/drawing/2014/main" id="{21DCCA78-0AAC-FFAD-253C-526CE3136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75" y="3165475"/>
            <a:ext cx="1216025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9">
            <a:extLst>
              <a:ext uri="{FF2B5EF4-FFF2-40B4-BE49-F238E27FC236}">
                <a16:creationId xmlns:a16="http://schemas.microsoft.com/office/drawing/2014/main" id="{8FA894C6-4E2E-FCFC-53A2-4E695A0C85F7}"/>
              </a:ext>
            </a:extLst>
          </p:cNvPr>
          <p:cNvGrpSpPr>
            <a:grpSpLocks/>
          </p:cNvGrpSpPr>
          <p:nvPr/>
        </p:nvGrpSpPr>
        <p:grpSpPr bwMode="auto">
          <a:xfrm>
            <a:off x="0" y="1249363"/>
            <a:ext cx="2655888" cy="4748212"/>
            <a:chOff x="1717" y="894"/>
            <a:chExt cx="1673" cy="2991"/>
          </a:xfrm>
        </p:grpSpPr>
        <p:grpSp>
          <p:nvGrpSpPr>
            <p:cNvPr id="18455" name="Group 20">
              <a:extLst>
                <a:ext uri="{FF2B5EF4-FFF2-40B4-BE49-F238E27FC236}">
                  <a16:creationId xmlns:a16="http://schemas.microsoft.com/office/drawing/2014/main" id="{5F7F4F55-52D9-2BD1-AB20-7708A9AD9A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" y="900"/>
              <a:ext cx="1584" cy="2860"/>
              <a:chOff x="1733" y="900"/>
              <a:chExt cx="1584" cy="2860"/>
            </a:xfrm>
          </p:grpSpPr>
          <p:sp>
            <p:nvSpPr>
              <p:cNvPr id="315413" name="Rectangle 21">
                <a:extLst>
                  <a:ext uri="{FF2B5EF4-FFF2-40B4-BE49-F238E27FC236}">
                    <a16:creationId xmlns:a16="http://schemas.microsoft.com/office/drawing/2014/main" id="{4EB311E3-3225-4272-C005-9B212025E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900"/>
                <a:ext cx="1584" cy="410"/>
              </a:xfrm>
              <a:prstGeom prst="rect">
                <a:avLst/>
              </a:prstGeom>
              <a:solidFill>
                <a:srgbClr val="C0C0C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Application </a:t>
                </a:r>
              </a:p>
            </p:txBody>
          </p:sp>
          <p:sp>
            <p:nvSpPr>
              <p:cNvPr id="315414" name="Rectangle 22">
                <a:extLst>
                  <a:ext uri="{FF2B5EF4-FFF2-40B4-BE49-F238E27FC236}">
                    <a16:creationId xmlns:a16="http://schemas.microsoft.com/office/drawing/2014/main" id="{08950360-0DFC-1F91-3E8F-FA1BEAE85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306"/>
                <a:ext cx="1584" cy="410"/>
              </a:xfrm>
              <a:prstGeom prst="rect">
                <a:avLst/>
              </a:prstGeom>
              <a:solidFill>
                <a:srgbClr val="99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Presentation</a:t>
                </a:r>
              </a:p>
            </p:txBody>
          </p:sp>
          <p:sp>
            <p:nvSpPr>
              <p:cNvPr id="315415" name="Rectangle 23">
                <a:extLst>
                  <a:ext uri="{FF2B5EF4-FFF2-40B4-BE49-F238E27FC236}">
                    <a16:creationId xmlns:a16="http://schemas.microsoft.com/office/drawing/2014/main" id="{191FD941-F11F-EB6E-CDB0-73DDE6056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716"/>
                <a:ext cx="1584" cy="409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Session</a:t>
                </a:r>
              </a:p>
            </p:txBody>
          </p:sp>
          <p:sp>
            <p:nvSpPr>
              <p:cNvPr id="315416" name="Rectangle 24">
                <a:extLst>
                  <a:ext uri="{FF2B5EF4-FFF2-40B4-BE49-F238E27FC236}">
                    <a16:creationId xmlns:a16="http://schemas.microsoft.com/office/drawing/2014/main" id="{87BCA4E7-E290-0201-E2B0-A53C6CA2F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123"/>
                <a:ext cx="1584" cy="410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Transport  </a:t>
                </a:r>
              </a:p>
            </p:txBody>
          </p:sp>
          <p:sp>
            <p:nvSpPr>
              <p:cNvPr id="315417" name="Rectangle 25">
                <a:extLst>
                  <a:ext uri="{FF2B5EF4-FFF2-40B4-BE49-F238E27FC236}">
                    <a16:creationId xmlns:a16="http://schemas.microsoft.com/office/drawing/2014/main" id="{1DDFC537-CD6E-687B-3BF4-590B83972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530"/>
                <a:ext cx="1584" cy="410"/>
              </a:xfrm>
              <a:prstGeom prst="rect">
                <a:avLst/>
              </a:prstGeom>
              <a:solidFill>
                <a:srgbClr val="FF99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Network   </a:t>
                </a:r>
              </a:p>
            </p:txBody>
          </p:sp>
          <p:sp>
            <p:nvSpPr>
              <p:cNvPr id="315418" name="Rectangle 26">
                <a:extLst>
                  <a:ext uri="{FF2B5EF4-FFF2-40B4-BE49-F238E27FC236}">
                    <a16:creationId xmlns:a16="http://schemas.microsoft.com/office/drawing/2014/main" id="{237B7FEB-7141-E3F2-BCD0-D3FC315C2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940"/>
                <a:ext cx="1584" cy="410"/>
              </a:xfrm>
              <a:prstGeom prst="rect">
                <a:avLst/>
              </a:prstGeom>
              <a:solidFill>
                <a:srgbClr val="66FF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Data Link</a:t>
                </a:r>
              </a:p>
            </p:txBody>
          </p:sp>
          <p:sp>
            <p:nvSpPr>
              <p:cNvPr id="315419" name="Rectangle 27">
                <a:extLst>
                  <a:ext uri="{FF2B5EF4-FFF2-40B4-BE49-F238E27FC236}">
                    <a16:creationId xmlns:a16="http://schemas.microsoft.com/office/drawing/2014/main" id="{B4A322F3-0C90-A772-B7D3-5CD04F599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3350"/>
                <a:ext cx="1584" cy="410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Physical</a:t>
                </a:r>
              </a:p>
            </p:txBody>
          </p:sp>
        </p:grpSp>
        <p:sp>
          <p:nvSpPr>
            <p:cNvPr id="18456" name="Rectangle 28">
              <a:extLst>
                <a:ext uri="{FF2B5EF4-FFF2-40B4-BE49-F238E27FC236}">
                  <a16:creationId xmlns:a16="http://schemas.microsoft.com/office/drawing/2014/main" id="{71033FE3-0EEA-2EFD-501B-D93703870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894"/>
              <a:ext cx="1673" cy="2991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15409" name="Rectangle 17">
            <a:extLst>
              <a:ext uri="{FF2B5EF4-FFF2-40B4-BE49-F238E27FC236}">
                <a16:creationId xmlns:a16="http://schemas.microsoft.com/office/drawing/2014/main" id="{A1FAEC39-A69D-C5B2-67D8-101C84774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44763"/>
            <a:ext cx="2514600" cy="649287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Session</a:t>
            </a:r>
          </a:p>
        </p:txBody>
      </p:sp>
      <p:sp>
        <p:nvSpPr>
          <p:cNvPr id="18440" name="Date Placeholder 3">
            <a:extLst>
              <a:ext uri="{FF2B5EF4-FFF2-40B4-BE49-F238E27FC236}">
                <a16:creationId xmlns:a16="http://schemas.microsoft.com/office/drawing/2014/main" id="{179F04A8-C4CD-9F49-1B96-7BFA3DD13B0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C3F3687-397F-4774-A675-9C58324F8344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8441" name="Footer Placeholder 4">
            <a:extLst>
              <a:ext uri="{FF2B5EF4-FFF2-40B4-BE49-F238E27FC236}">
                <a16:creationId xmlns:a16="http://schemas.microsoft.com/office/drawing/2014/main" id="{8FCB377F-65C6-7FA9-3FA0-A945ABEC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8442" name="Slide Number Placeholder 5">
            <a:extLst>
              <a:ext uri="{FF2B5EF4-FFF2-40B4-BE49-F238E27FC236}">
                <a16:creationId xmlns:a16="http://schemas.microsoft.com/office/drawing/2014/main" id="{84489CF5-C90F-5299-1918-C2BAB7A4D08B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5C1AB84E-0160-45B6-89FA-8C12AC62A81F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9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41EBE544-BA82-32EA-9262-8243D6728FAD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DBBF0D7A-B517-D2D8-6185-42236760F5B5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BB234A78-0891-E96F-DF53-262CA8BE4255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82AD1A2B-60FB-BC1D-6F64-0D2279E26FDC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5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5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5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5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5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5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5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5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5" grpId="0" build="p" autoUpdateAnimBg="0"/>
      <p:bldP spid="315409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69D2EF53-49FE-4D3E-B80E-79E5C831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8AE132D-D200-409C-B622-9D247896D31B}" type="slidenum">
              <a:rPr lang="en-US" altLang="en-US" sz="1200">
                <a:solidFill>
                  <a:srgbClr val="898989"/>
                </a:solidFill>
              </a:rPr>
              <a:pPr/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9459" name="Rectangle 13">
            <a:extLst>
              <a:ext uri="{FF2B5EF4-FFF2-40B4-BE49-F238E27FC236}">
                <a16:creationId xmlns:a16="http://schemas.microsoft.com/office/drawing/2014/main" id="{C860215D-B487-940F-DE19-380970B9E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561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Data flow from Session Layer</a:t>
            </a:r>
          </a:p>
        </p:txBody>
      </p:sp>
      <p:sp>
        <p:nvSpPr>
          <p:cNvPr id="343054" name="Rectangle 14">
            <a:extLst>
              <a:ext uri="{FF2B5EF4-FFF2-40B4-BE49-F238E27FC236}">
                <a16:creationId xmlns:a16="http://schemas.microsoft.com/office/drawing/2014/main" id="{8328CC08-5401-C8D0-0020-BD9AAC008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2907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43042" name="Rectangle 2">
            <a:extLst>
              <a:ext uri="{FF2B5EF4-FFF2-40B4-BE49-F238E27FC236}">
                <a16:creationId xmlns:a16="http://schemas.microsoft.com/office/drawing/2014/main" id="{90AA1A96-E3BC-42B7-C0E8-C6192EBB3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61925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43056" name="Rectangle 16">
            <a:extLst>
              <a:ext uri="{FF2B5EF4-FFF2-40B4-BE49-F238E27FC236}">
                <a16:creationId xmlns:a16="http://schemas.microsoft.com/office/drawing/2014/main" id="{ECC5C42B-5D89-2B2E-84AE-0DA1EA56C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9638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43060" name="AutoShape 20">
            <a:extLst>
              <a:ext uri="{FF2B5EF4-FFF2-40B4-BE49-F238E27FC236}">
                <a16:creationId xmlns:a16="http://schemas.microsoft.com/office/drawing/2014/main" id="{1429760A-C823-3DC7-4656-9710A96B4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1763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43063" name="AutoShape 23">
            <a:extLst>
              <a:ext uri="{FF2B5EF4-FFF2-40B4-BE49-F238E27FC236}">
                <a16:creationId xmlns:a16="http://schemas.microsoft.com/office/drawing/2014/main" id="{FF131906-CB49-A6C9-3A23-169205C06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46062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1C43AD1A-AD83-A842-059D-335F112572CB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1585913"/>
            <a:ext cx="2514600" cy="4540250"/>
            <a:chOff x="1733" y="900"/>
            <a:chExt cx="1584" cy="2860"/>
          </a:xfrm>
        </p:grpSpPr>
        <p:sp>
          <p:nvSpPr>
            <p:cNvPr id="343065" name="Rectangle 25">
              <a:extLst>
                <a:ext uri="{FF2B5EF4-FFF2-40B4-BE49-F238E27FC236}">
                  <a16:creationId xmlns:a16="http://schemas.microsoft.com/office/drawing/2014/main" id="{A79ACE71-CD0E-9A26-0946-E42AA3E54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900"/>
              <a:ext cx="1584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Application </a:t>
              </a:r>
            </a:p>
          </p:txBody>
        </p:sp>
        <p:sp>
          <p:nvSpPr>
            <p:cNvPr id="343066" name="Rectangle 26">
              <a:extLst>
                <a:ext uri="{FF2B5EF4-FFF2-40B4-BE49-F238E27FC236}">
                  <a16:creationId xmlns:a16="http://schemas.microsoft.com/office/drawing/2014/main" id="{0011F111-2478-808E-E349-BC5C5DF5C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306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343067" name="Rectangle 27">
              <a:extLst>
                <a:ext uri="{FF2B5EF4-FFF2-40B4-BE49-F238E27FC236}">
                  <a16:creationId xmlns:a16="http://schemas.microsoft.com/office/drawing/2014/main" id="{0D9CA7DA-8E85-6FAD-94AD-4F6D49684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716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  <p:sp>
          <p:nvSpPr>
            <p:cNvPr id="343068" name="Rectangle 28">
              <a:extLst>
                <a:ext uri="{FF2B5EF4-FFF2-40B4-BE49-F238E27FC236}">
                  <a16:creationId xmlns:a16="http://schemas.microsoft.com/office/drawing/2014/main" id="{D1E40B00-BB8D-6228-C2D2-96523A630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123"/>
              <a:ext cx="1584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Transport  </a:t>
              </a:r>
            </a:p>
          </p:txBody>
        </p:sp>
        <p:sp>
          <p:nvSpPr>
            <p:cNvPr id="343069" name="Rectangle 29">
              <a:extLst>
                <a:ext uri="{FF2B5EF4-FFF2-40B4-BE49-F238E27FC236}">
                  <a16:creationId xmlns:a16="http://schemas.microsoft.com/office/drawing/2014/main" id="{C8F42389-481F-3D27-B219-9E4A58392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530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343070" name="Rectangle 30">
              <a:extLst>
                <a:ext uri="{FF2B5EF4-FFF2-40B4-BE49-F238E27FC236}">
                  <a16:creationId xmlns:a16="http://schemas.microsoft.com/office/drawing/2014/main" id="{CE431F57-65CA-F67E-17D0-04F0966A5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940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343071" name="Rectangle 31">
              <a:extLst>
                <a:ext uri="{FF2B5EF4-FFF2-40B4-BE49-F238E27FC236}">
                  <a16:creationId xmlns:a16="http://schemas.microsoft.com/office/drawing/2014/main" id="{5837D0D6-AA8D-4303-3347-D02CD4DB0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3350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19466" name="Date Placeholder 3">
            <a:extLst>
              <a:ext uri="{FF2B5EF4-FFF2-40B4-BE49-F238E27FC236}">
                <a16:creationId xmlns:a16="http://schemas.microsoft.com/office/drawing/2014/main" id="{F19AC4BC-58F4-9C68-1CF8-71AB87C081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C522372-BBE4-40EF-84E0-4158FBD1EC58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467" name="Footer Placeholder 4">
            <a:extLst>
              <a:ext uri="{FF2B5EF4-FFF2-40B4-BE49-F238E27FC236}">
                <a16:creationId xmlns:a16="http://schemas.microsoft.com/office/drawing/2014/main" id="{3971EE85-D189-F96C-8179-E91725F5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468" name="Slide Number Placeholder 5">
            <a:extLst>
              <a:ext uri="{FF2B5EF4-FFF2-40B4-BE49-F238E27FC236}">
                <a16:creationId xmlns:a16="http://schemas.microsoft.com/office/drawing/2014/main" id="{15256E81-F14A-E131-8313-5A4B477481AF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92A35EA4-3463-4F85-BDBD-435CEECA6B2B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10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F28C82E9-BFBB-A284-C6B7-F1598FACF9C0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4939FD52-48F4-646F-0B64-0C77E2479C98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479FAD98-BC99-D528-6999-D01D9DC85914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695403C0-7EA2-B824-FD3E-ED08E457D723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54" grpId="0" animBg="1" autoUpdateAnimBg="0"/>
      <p:bldP spid="343042" grpId="0" animBg="1" autoUpdateAnimBg="0"/>
      <p:bldP spid="343056" grpId="0" animBg="1" autoUpdateAnimBg="0"/>
      <p:bldP spid="343060" grpId="0" animBg="1"/>
      <p:bldP spid="3430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C4D955F-099D-2547-239F-72579AB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512CA36-51D7-4903-81E6-C81427F8F0A6}" type="slidenum">
              <a:rPr lang="en-US" altLang="en-US" sz="1200">
                <a:solidFill>
                  <a:srgbClr val="898989"/>
                </a:solidFill>
              </a:rPr>
              <a:pPr/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A882029-37DE-EC0B-3A89-6F5ED5344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Transport Layer</a:t>
            </a: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6AD77876-1372-99DA-2ADA-B241BB2BB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8" y="1196975"/>
            <a:ext cx="5470525" cy="566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/>
              <a:t>	</a:t>
            </a:r>
            <a:r>
              <a:rPr lang="en-US" altLang="ja-JP">
                <a:solidFill>
                  <a:schemeClr val="folHlink"/>
                </a:solidFill>
              </a:rPr>
              <a:t>Transport Layer</a:t>
            </a:r>
            <a:r>
              <a:rPr lang="en-US" altLang="ja-JP"/>
              <a:t> 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It </a:t>
            </a:r>
            <a:r>
              <a:rPr lang="en-US" altLang="en-US">
                <a:ea typeface="ＭＳ Ｐゴシック" panose="020B0600070205080204" pitchFamily="34" charset="-128"/>
              </a:rPr>
              <a:t>provides data delivery mechanism between the applications in the network</a:t>
            </a:r>
            <a:r>
              <a:rPr lang="en-US" altLang="ja-JP"/>
              <a:t>.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The major functions described at the Transport Layer  are.. </a:t>
            </a:r>
          </a:p>
          <a:p>
            <a:pPr algn="l" eaLnBrk="1" hangingPunct="1"/>
            <a:endParaRPr lang="en-US" altLang="ja-JP"/>
          </a:p>
          <a:p>
            <a:pPr lvl="1" algn="l" eaLnBrk="1" hangingPunct="1">
              <a:lnSpc>
                <a:spcPct val="150000"/>
              </a:lnSpc>
              <a:buFontTx/>
              <a:buChar char="•"/>
            </a:pPr>
            <a:r>
              <a:rPr lang="en-US" altLang="ja-JP"/>
              <a:t>Identifying Service</a:t>
            </a:r>
          </a:p>
          <a:p>
            <a:pPr lvl="1" algn="l" eaLnBrk="1" hangingPunct="1">
              <a:lnSpc>
                <a:spcPct val="150000"/>
              </a:lnSpc>
              <a:buFontTx/>
              <a:buChar char="•"/>
            </a:pPr>
            <a:r>
              <a:rPr lang="en-US" altLang="ja-JP"/>
              <a:t>Multiplexing &amp; De-multiplexing</a:t>
            </a:r>
          </a:p>
          <a:p>
            <a:pPr lvl="1" algn="l" eaLnBrk="1" hangingPunct="1">
              <a:lnSpc>
                <a:spcPct val="150000"/>
              </a:lnSpc>
              <a:buFontTx/>
              <a:buChar char="•"/>
            </a:pPr>
            <a:r>
              <a:rPr lang="en-US" altLang="ja-JP"/>
              <a:t>Segmentation</a:t>
            </a:r>
          </a:p>
          <a:p>
            <a:pPr lvl="1" algn="l" eaLnBrk="1" hangingPunct="1">
              <a:lnSpc>
                <a:spcPct val="150000"/>
              </a:lnSpc>
              <a:buFontTx/>
              <a:buChar char="•"/>
            </a:pPr>
            <a:r>
              <a:rPr lang="en-US" altLang="ja-JP"/>
              <a:t>Sequencing &amp; Reassembling</a:t>
            </a:r>
          </a:p>
          <a:p>
            <a:pPr lvl="1" algn="l" eaLnBrk="1" hangingPunct="1">
              <a:lnSpc>
                <a:spcPct val="150000"/>
              </a:lnSpc>
              <a:buFontTx/>
              <a:buChar char="•"/>
            </a:pPr>
            <a:r>
              <a:rPr lang="en-US" altLang="ja-JP"/>
              <a:t>Error Correction</a:t>
            </a:r>
          </a:p>
          <a:p>
            <a:pPr lvl="1" algn="l" eaLnBrk="1" hangingPunct="1">
              <a:lnSpc>
                <a:spcPct val="150000"/>
              </a:lnSpc>
              <a:buFontTx/>
              <a:buChar char="•"/>
            </a:pPr>
            <a:r>
              <a:rPr lang="en-US" altLang="ja-JP"/>
              <a:t>Flow Control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B6833659-8869-C41A-8822-B95D32A192BC}"/>
              </a:ext>
            </a:extLst>
          </p:cNvPr>
          <p:cNvGrpSpPr>
            <a:grpSpLocks/>
          </p:cNvGrpSpPr>
          <p:nvPr/>
        </p:nvGrpSpPr>
        <p:grpSpPr bwMode="auto">
          <a:xfrm>
            <a:off x="0" y="1249363"/>
            <a:ext cx="2655888" cy="4748212"/>
            <a:chOff x="1717" y="894"/>
            <a:chExt cx="1673" cy="2991"/>
          </a:xfrm>
        </p:grpSpPr>
        <p:grpSp>
          <p:nvGrpSpPr>
            <p:cNvPr id="20502" name="Group 18">
              <a:extLst>
                <a:ext uri="{FF2B5EF4-FFF2-40B4-BE49-F238E27FC236}">
                  <a16:creationId xmlns:a16="http://schemas.microsoft.com/office/drawing/2014/main" id="{CF72EAA6-5468-BF13-7E66-08C20E982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" y="900"/>
              <a:ext cx="1584" cy="2860"/>
              <a:chOff x="1733" y="900"/>
              <a:chExt cx="1584" cy="2860"/>
            </a:xfrm>
          </p:grpSpPr>
          <p:sp>
            <p:nvSpPr>
              <p:cNvPr id="334867" name="Rectangle 19">
                <a:extLst>
                  <a:ext uri="{FF2B5EF4-FFF2-40B4-BE49-F238E27FC236}">
                    <a16:creationId xmlns:a16="http://schemas.microsoft.com/office/drawing/2014/main" id="{65E495EB-866E-E378-F576-C8C883039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900"/>
                <a:ext cx="1584" cy="410"/>
              </a:xfrm>
              <a:prstGeom prst="rect">
                <a:avLst/>
              </a:prstGeom>
              <a:solidFill>
                <a:srgbClr val="C0C0C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Application </a:t>
                </a:r>
              </a:p>
            </p:txBody>
          </p:sp>
          <p:sp>
            <p:nvSpPr>
              <p:cNvPr id="334868" name="Rectangle 20">
                <a:extLst>
                  <a:ext uri="{FF2B5EF4-FFF2-40B4-BE49-F238E27FC236}">
                    <a16:creationId xmlns:a16="http://schemas.microsoft.com/office/drawing/2014/main" id="{D2D7E817-240F-B1ED-0B6E-BD9A21EFB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306"/>
                <a:ext cx="1584" cy="410"/>
              </a:xfrm>
              <a:prstGeom prst="rect">
                <a:avLst/>
              </a:prstGeom>
              <a:solidFill>
                <a:srgbClr val="99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Presentation</a:t>
                </a:r>
              </a:p>
            </p:txBody>
          </p:sp>
          <p:sp>
            <p:nvSpPr>
              <p:cNvPr id="334869" name="Rectangle 21">
                <a:extLst>
                  <a:ext uri="{FF2B5EF4-FFF2-40B4-BE49-F238E27FC236}">
                    <a16:creationId xmlns:a16="http://schemas.microsoft.com/office/drawing/2014/main" id="{A63559A6-6BB4-1FEE-D9C4-CCC856EA4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716"/>
                <a:ext cx="1584" cy="409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Session</a:t>
                </a:r>
              </a:p>
            </p:txBody>
          </p:sp>
          <p:sp>
            <p:nvSpPr>
              <p:cNvPr id="334870" name="Rectangle 22">
                <a:extLst>
                  <a:ext uri="{FF2B5EF4-FFF2-40B4-BE49-F238E27FC236}">
                    <a16:creationId xmlns:a16="http://schemas.microsoft.com/office/drawing/2014/main" id="{63506CD3-F716-E0C1-F265-66A680E98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123"/>
                <a:ext cx="1584" cy="410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Transport  </a:t>
                </a:r>
              </a:p>
            </p:txBody>
          </p:sp>
          <p:sp>
            <p:nvSpPr>
              <p:cNvPr id="334871" name="Rectangle 23">
                <a:extLst>
                  <a:ext uri="{FF2B5EF4-FFF2-40B4-BE49-F238E27FC236}">
                    <a16:creationId xmlns:a16="http://schemas.microsoft.com/office/drawing/2014/main" id="{3A8967F1-2519-5AC5-D34E-5E7B23717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530"/>
                <a:ext cx="1584" cy="410"/>
              </a:xfrm>
              <a:prstGeom prst="rect">
                <a:avLst/>
              </a:prstGeom>
              <a:solidFill>
                <a:srgbClr val="FF99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Network   </a:t>
                </a:r>
              </a:p>
            </p:txBody>
          </p:sp>
          <p:sp>
            <p:nvSpPr>
              <p:cNvPr id="334872" name="Rectangle 24">
                <a:extLst>
                  <a:ext uri="{FF2B5EF4-FFF2-40B4-BE49-F238E27FC236}">
                    <a16:creationId xmlns:a16="http://schemas.microsoft.com/office/drawing/2014/main" id="{9E46CABB-7A85-72A8-01F3-B8A9432ECA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940"/>
                <a:ext cx="1584" cy="410"/>
              </a:xfrm>
              <a:prstGeom prst="rect">
                <a:avLst/>
              </a:prstGeom>
              <a:solidFill>
                <a:srgbClr val="66FF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Data Link</a:t>
                </a:r>
              </a:p>
            </p:txBody>
          </p:sp>
          <p:sp>
            <p:nvSpPr>
              <p:cNvPr id="334873" name="Rectangle 25">
                <a:extLst>
                  <a:ext uri="{FF2B5EF4-FFF2-40B4-BE49-F238E27FC236}">
                    <a16:creationId xmlns:a16="http://schemas.microsoft.com/office/drawing/2014/main" id="{1CCB3F62-F6E6-344B-2261-9F736B236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3350"/>
                <a:ext cx="1584" cy="410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Physical</a:t>
                </a:r>
              </a:p>
            </p:txBody>
          </p:sp>
        </p:grpSp>
        <p:sp>
          <p:nvSpPr>
            <p:cNvPr id="20503" name="Rectangle 26">
              <a:extLst>
                <a:ext uri="{FF2B5EF4-FFF2-40B4-BE49-F238E27FC236}">
                  <a16:creationId xmlns:a16="http://schemas.microsoft.com/office/drawing/2014/main" id="{E2C8760B-6DD3-BB7F-EE00-6556C1078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894"/>
              <a:ext cx="1673" cy="2991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34864" name="Rectangle 16">
            <a:extLst>
              <a:ext uri="{FF2B5EF4-FFF2-40B4-BE49-F238E27FC236}">
                <a16:creationId xmlns:a16="http://schemas.microsoft.com/office/drawing/2014/main" id="{19F10CD6-2450-55EC-9011-FB5B9C15E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90875"/>
            <a:ext cx="2514600" cy="650875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Transport  </a:t>
            </a:r>
          </a:p>
        </p:txBody>
      </p:sp>
      <p:sp>
        <p:nvSpPr>
          <p:cNvPr id="20487" name="Date Placeholder 3">
            <a:extLst>
              <a:ext uri="{FF2B5EF4-FFF2-40B4-BE49-F238E27FC236}">
                <a16:creationId xmlns:a16="http://schemas.microsoft.com/office/drawing/2014/main" id="{41E39ED1-A62A-4B27-DBD8-6050099EEA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D195F6A-70A3-4A53-B032-5AF0DD082E72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488" name="Footer Placeholder 4">
            <a:extLst>
              <a:ext uri="{FF2B5EF4-FFF2-40B4-BE49-F238E27FC236}">
                <a16:creationId xmlns:a16="http://schemas.microsoft.com/office/drawing/2014/main" id="{E41A7360-2510-6DAC-F5DC-7D1F69F8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489" name="Slide Number Placeholder 5">
            <a:extLst>
              <a:ext uri="{FF2B5EF4-FFF2-40B4-BE49-F238E27FC236}">
                <a16:creationId xmlns:a16="http://schemas.microsoft.com/office/drawing/2014/main" id="{8FA3102C-2A53-031C-4D6E-CA09125EE436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EA02F7C6-54C2-4F84-9FC7-B526F690D42C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6CE27E33-0C9D-778B-20E8-D8262315A973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3325EE82-8ABB-BF14-D917-C54A13E642EF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3F317797-B11F-E146-A8CA-7FF503230C31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863A4D5A-FB30-609B-BEE9-F74B812562C7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4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4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4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4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4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4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 build="p" bldLvl="2" autoUpdateAnimBg="0"/>
      <p:bldP spid="334864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126DC-C1EE-CEEF-CECC-94CA1510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95AF016-421A-4EF6-AFF6-43491186F6A4}" type="slidenum">
              <a:rPr lang="en-US" altLang="en-US" sz="1200">
                <a:solidFill>
                  <a:srgbClr val="898989"/>
                </a:solidFill>
              </a:rPr>
              <a:pPr/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74A05C00-A9D9-1235-D373-DA4F69B45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460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Identifying a Service</a:t>
            </a:r>
            <a:endParaRPr lang="en-US" altLang="en-US" sz="240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35896" name="Rectangle 24">
            <a:extLst>
              <a:ext uri="{FF2B5EF4-FFF2-40B4-BE49-F238E27FC236}">
                <a16:creationId xmlns:a16="http://schemas.microsoft.com/office/drawing/2014/main" id="{B2ACF596-1B01-F405-A747-52C321959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87463"/>
            <a:ext cx="64008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ts val="3200"/>
              </a:lnSpc>
              <a:buFontTx/>
              <a:buChar char="•"/>
            </a:pPr>
            <a:r>
              <a:rPr lang="en-US" altLang="ja-JP"/>
              <a:t>  Identification of Services is done using </a:t>
            </a:r>
          </a:p>
          <a:p>
            <a:pPr algn="l">
              <a:lnSpc>
                <a:spcPts val="3200"/>
              </a:lnSpc>
            </a:pPr>
            <a:r>
              <a:rPr lang="en-US" altLang="ja-JP"/>
              <a:t>    Port Numbers.</a:t>
            </a:r>
          </a:p>
          <a:p>
            <a:pPr algn="l">
              <a:lnSpc>
                <a:spcPts val="3200"/>
              </a:lnSpc>
              <a:buFontTx/>
              <a:buChar char="•"/>
            </a:pPr>
            <a:r>
              <a:rPr lang="en-US" altLang="ja-JP"/>
              <a:t>  Port is a logical communication Channel</a:t>
            </a:r>
          </a:p>
          <a:p>
            <a:pPr algn="l">
              <a:lnSpc>
                <a:spcPts val="3200"/>
              </a:lnSpc>
              <a:buFontTx/>
              <a:buChar char="•"/>
            </a:pPr>
            <a:endParaRPr lang="en-US" altLang="ja-JP"/>
          </a:p>
          <a:p>
            <a:pPr algn="l">
              <a:lnSpc>
                <a:spcPts val="3200"/>
              </a:lnSpc>
            </a:pPr>
            <a:r>
              <a:rPr lang="en-US" altLang="ja-JP">
                <a:solidFill>
                  <a:schemeClr val="folHlink"/>
                </a:solidFill>
              </a:rPr>
              <a:t> Total No. Ports	</a:t>
            </a:r>
            <a:r>
              <a:rPr lang="en-US" altLang="ja-JP">
                <a:solidFill>
                  <a:schemeClr val="hlink"/>
                </a:solidFill>
              </a:rPr>
              <a:t>0 – 65535 </a:t>
            </a:r>
          </a:p>
          <a:p>
            <a:pPr algn="l">
              <a:lnSpc>
                <a:spcPts val="3200"/>
              </a:lnSpc>
            </a:pPr>
            <a:r>
              <a:rPr lang="en-US" altLang="ja-JP">
                <a:solidFill>
                  <a:schemeClr val="hlink"/>
                </a:solidFill>
              </a:rPr>
              <a:t>     </a:t>
            </a:r>
            <a:r>
              <a:rPr lang="en-US" altLang="ja-JP">
                <a:solidFill>
                  <a:schemeClr val="folHlink"/>
                </a:solidFill>
              </a:rPr>
              <a:t>Server</a:t>
            </a:r>
            <a:r>
              <a:rPr lang="en-US" altLang="ja-JP">
                <a:solidFill>
                  <a:schemeClr val="hlink"/>
                </a:solidFill>
              </a:rPr>
              <a:t> </a:t>
            </a:r>
            <a:r>
              <a:rPr lang="en-US" altLang="ja-JP">
                <a:solidFill>
                  <a:schemeClr val="folHlink"/>
                </a:solidFill>
              </a:rPr>
              <a:t>Ports	</a:t>
            </a:r>
            <a:r>
              <a:rPr lang="en-US" altLang="ja-JP">
                <a:solidFill>
                  <a:schemeClr val="hlink"/>
                </a:solidFill>
              </a:rPr>
              <a:t>1 - 1023            </a:t>
            </a:r>
            <a:r>
              <a:rPr lang="en-US" altLang="ja-JP">
                <a:solidFill>
                  <a:schemeClr val="folHlink"/>
                </a:solidFill>
              </a:rPr>
              <a:t>        </a:t>
            </a:r>
          </a:p>
          <a:p>
            <a:pPr algn="l">
              <a:lnSpc>
                <a:spcPts val="3200"/>
              </a:lnSpc>
            </a:pPr>
            <a:r>
              <a:rPr lang="en-US" altLang="ja-JP">
                <a:solidFill>
                  <a:schemeClr val="folHlink"/>
                </a:solidFill>
              </a:rPr>
              <a:t>      Client Ports	</a:t>
            </a:r>
            <a:r>
              <a:rPr lang="en-US" altLang="ja-JP">
                <a:solidFill>
                  <a:schemeClr val="hlink"/>
                </a:solidFill>
              </a:rPr>
              <a:t>1024 – 65535</a:t>
            </a:r>
          </a:p>
        </p:txBody>
      </p:sp>
      <p:sp>
        <p:nvSpPr>
          <p:cNvPr id="21509" name="Date Placeholder 3">
            <a:extLst>
              <a:ext uri="{FF2B5EF4-FFF2-40B4-BE49-F238E27FC236}">
                <a16:creationId xmlns:a16="http://schemas.microsoft.com/office/drawing/2014/main" id="{6C325936-C810-E7DE-4CD3-AC1E894DBA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4C18EC8-0CB7-426D-A0FB-473D135C829D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1510" name="Footer Placeholder 4">
            <a:extLst>
              <a:ext uri="{FF2B5EF4-FFF2-40B4-BE49-F238E27FC236}">
                <a16:creationId xmlns:a16="http://schemas.microsoft.com/office/drawing/2014/main" id="{9D2F7F84-FE45-91A7-03DD-0164E6B9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1511" name="Slide Number Placeholder 5">
            <a:extLst>
              <a:ext uri="{FF2B5EF4-FFF2-40B4-BE49-F238E27FC236}">
                <a16:creationId xmlns:a16="http://schemas.microsoft.com/office/drawing/2014/main" id="{0F01D507-842E-1AED-E159-1E7B6C1B62CB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6CF92F2B-860A-4506-8889-BB5E6D402B67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12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09DF3630-3F94-5568-814B-BAAF3336DE06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A3054D00-4A70-80D5-C673-EF74A0A58DAC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C25E8254-AE1A-4E45-8137-56D90704F6B8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6CF19D38-7022-86C2-C076-87386C025187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5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58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58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58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58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58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9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127CE41-ABBD-65D8-CA0E-C4E7E223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2D5437F-2064-4526-99F5-C220CFE95BED}" type="slidenum">
              <a:rPr lang="en-US" altLang="en-US" sz="1200">
                <a:solidFill>
                  <a:srgbClr val="898989"/>
                </a:solidFill>
              </a:rPr>
              <a:pPr/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84C3B08-60A7-874B-CB46-2D008D89E1F5}"/>
              </a:ext>
            </a:extLst>
          </p:cNvPr>
          <p:cNvGrpSpPr>
            <a:grpSpLocks/>
          </p:cNvGrpSpPr>
          <p:nvPr/>
        </p:nvGrpSpPr>
        <p:grpSpPr bwMode="auto">
          <a:xfrm>
            <a:off x="233363" y="1816100"/>
            <a:ext cx="8253412" cy="4532313"/>
            <a:chOff x="215" y="620"/>
            <a:chExt cx="5285" cy="3699"/>
          </a:xfrm>
        </p:grpSpPr>
        <p:sp>
          <p:nvSpPr>
            <p:cNvPr id="425989" name="AutoShape 5">
              <a:extLst>
                <a:ext uri="{FF2B5EF4-FFF2-40B4-BE49-F238E27FC236}">
                  <a16:creationId xmlns:a16="http://schemas.microsoft.com/office/drawing/2014/main" id="{BBD6B254-8B5A-1989-40B2-69C575428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" y="620"/>
              <a:ext cx="5262" cy="3512"/>
            </a:xfrm>
            <a:prstGeom prst="roundRect">
              <a:avLst>
                <a:gd name="adj" fmla="val 5069"/>
              </a:avLst>
            </a:prstGeom>
            <a:solidFill>
              <a:srgbClr val="FFFF99"/>
            </a:solidFill>
            <a:ln w="9525">
              <a:noFill/>
              <a:round/>
              <a:headEnd/>
              <a:tailEnd/>
            </a:ln>
            <a:effectLst>
              <a:outerShdw dist="107763" dir="8100000" algn="ctr" rotWithShape="0">
                <a:schemeClr val="bg2"/>
              </a:outerShdw>
            </a:effectLst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defRPr/>
              </a:pPr>
              <a:endParaRPr lang="en-US" altLang="ja-JP">
                <a:solidFill>
                  <a:srgbClr val="6600FF"/>
                </a:solidFill>
              </a:endParaRPr>
            </a:p>
          </p:txBody>
        </p:sp>
        <p:sp>
          <p:nvSpPr>
            <p:cNvPr id="22550" name="Rectangle 6">
              <a:extLst>
                <a:ext uri="{FF2B5EF4-FFF2-40B4-BE49-F238E27FC236}">
                  <a16:creationId xmlns:a16="http://schemas.microsoft.com/office/drawing/2014/main" id="{3C06558B-633B-D719-8B3C-39BDE8AB4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" y="1197"/>
              <a:ext cx="2478" cy="3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Transmission Control Protocol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Connection Oriented 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Supports Ack’s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Reliable communication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Slower data Transportation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Protocol No is  6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ja-JP" sz="1600">
                  <a:solidFill>
                    <a:schemeClr val="hlink"/>
                  </a:solidFill>
                </a:rPr>
                <a:t>     Eg: HTTP, FTP, SMTP</a:t>
              </a:r>
            </a:p>
          </p:txBody>
        </p:sp>
        <p:sp>
          <p:nvSpPr>
            <p:cNvPr id="22551" name="Rectangle 7">
              <a:extLst>
                <a:ext uri="{FF2B5EF4-FFF2-40B4-BE49-F238E27FC236}">
                  <a16:creationId xmlns:a16="http://schemas.microsoft.com/office/drawing/2014/main" id="{870F9E14-006F-D49E-BF57-36EF3BEBE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" y="1197"/>
              <a:ext cx="2502" cy="3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User Datagram  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ja-JP" sz="1600">
                  <a:solidFill>
                    <a:schemeClr val="hlink"/>
                  </a:solidFill>
                </a:rPr>
                <a:t>     Protocol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Connection Less 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No support for Ack’s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Unreliable communication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Faster data Transportation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altLang="ja-JP" sz="1600">
                  <a:solidFill>
                    <a:schemeClr val="hlink"/>
                  </a:solidFill>
                </a:rPr>
                <a:t>Protocol No  is  17</a:t>
              </a:r>
            </a:p>
            <a:p>
              <a:pPr algn="l" eaLnBrk="1" hangingPunct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ja-JP" sz="1600">
                  <a:solidFill>
                    <a:schemeClr val="hlink"/>
                  </a:solidFill>
                </a:rPr>
                <a:t>     Eg: DNS, DHCP, TFTP</a:t>
              </a:r>
            </a:p>
          </p:txBody>
        </p:sp>
        <p:sp>
          <p:nvSpPr>
            <p:cNvPr id="22552" name="Rectangle 8">
              <a:extLst>
                <a:ext uri="{FF2B5EF4-FFF2-40B4-BE49-F238E27FC236}">
                  <a16:creationId xmlns:a16="http://schemas.microsoft.com/office/drawing/2014/main" id="{5A19B504-24B5-368B-4295-F21C3F233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" y="645"/>
              <a:ext cx="2454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ja-JP">
                  <a:solidFill>
                    <a:schemeClr val="folHlink"/>
                  </a:solidFill>
                </a:rPr>
                <a:t>TCP</a:t>
              </a:r>
            </a:p>
          </p:txBody>
        </p:sp>
        <p:sp>
          <p:nvSpPr>
            <p:cNvPr id="22553" name="Rectangle 9">
              <a:extLst>
                <a:ext uri="{FF2B5EF4-FFF2-40B4-BE49-F238E27FC236}">
                  <a16:creationId xmlns:a16="http://schemas.microsoft.com/office/drawing/2014/main" id="{7BD50EE8-9713-AC20-79B2-9B89A8579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" y="645"/>
              <a:ext cx="2454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ja-JP">
                  <a:solidFill>
                    <a:schemeClr val="folHlink"/>
                  </a:solidFill>
                </a:rPr>
                <a:t>UDP</a:t>
              </a:r>
            </a:p>
          </p:txBody>
        </p:sp>
        <p:sp>
          <p:nvSpPr>
            <p:cNvPr id="22554" name="Line 10">
              <a:extLst>
                <a:ext uri="{FF2B5EF4-FFF2-40B4-BE49-F238E27FC236}">
                  <a16:creationId xmlns:a16="http://schemas.microsoft.com/office/drawing/2014/main" id="{1435848D-A7D6-7B1D-5239-F80058ABC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1" y="621"/>
              <a:ext cx="0" cy="351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5" name="Line 11">
              <a:extLst>
                <a:ext uri="{FF2B5EF4-FFF2-40B4-BE49-F238E27FC236}">
                  <a16:creationId xmlns:a16="http://schemas.microsoft.com/office/drawing/2014/main" id="{209A5167-D842-512E-CB38-DFD8078A4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" y="1107"/>
              <a:ext cx="528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25996" name="Text Box 12">
            <a:extLst>
              <a:ext uri="{FF2B5EF4-FFF2-40B4-BE49-F238E27FC236}">
                <a16:creationId xmlns:a16="http://schemas.microsoft.com/office/drawing/2014/main" id="{EF712179-CC5C-CD81-C513-7608E3E49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2400" y="1058863"/>
            <a:ext cx="90297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algn="l">
              <a:buFontTx/>
              <a:buChar char="•"/>
            </a:pPr>
            <a:r>
              <a:rPr lang="en-US" altLang="en-US"/>
              <a:t>  The protocols which takes care of Data Transportation                 </a:t>
            </a:r>
          </a:p>
          <a:p>
            <a:pPr lvl="1" algn="l"/>
            <a:r>
              <a:rPr lang="en-US" altLang="en-US"/>
              <a:t>    at Transport layer  are…TCP,UDP</a:t>
            </a:r>
          </a:p>
          <a:p>
            <a:pPr lvl="1" algn="l">
              <a:buFontTx/>
              <a:buChar char="•"/>
            </a:pPr>
            <a:endParaRPr lang="en-US" altLang="en-US"/>
          </a:p>
          <a:p>
            <a:pPr lvl="1" algn="l">
              <a:buFontTx/>
              <a:buChar char="•"/>
            </a:pPr>
            <a:endParaRPr lang="en-US" altLang="en-US"/>
          </a:p>
        </p:txBody>
      </p:sp>
      <p:sp>
        <p:nvSpPr>
          <p:cNvPr id="22533" name="Rectangle 13">
            <a:extLst>
              <a:ext uri="{FF2B5EF4-FFF2-40B4-BE49-F238E27FC236}">
                <a16:creationId xmlns:a16="http://schemas.microsoft.com/office/drawing/2014/main" id="{99063C4D-497A-2FD2-8112-8D1DB9093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5391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Transport Layer Protocols</a:t>
            </a:r>
          </a:p>
        </p:txBody>
      </p:sp>
      <p:sp>
        <p:nvSpPr>
          <p:cNvPr id="22534" name="Date Placeholder 3">
            <a:extLst>
              <a:ext uri="{FF2B5EF4-FFF2-40B4-BE49-F238E27FC236}">
                <a16:creationId xmlns:a16="http://schemas.microsoft.com/office/drawing/2014/main" id="{D1493A12-D903-6539-B6EB-2B65D5122A6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2D74098-E6C2-49A4-BCA5-251B2D7FE081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2535" name="Footer Placeholder 4">
            <a:extLst>
              <a:ext uri="{FF2B5EF4-FFF2-40B4-BE49-F238E27FC236}">
                <a16:creationId xmlns:a16="http://schemas.microsoft.com/office/drawing/2014/main" id="{F59395D6-77FE-C3EE-EEE4-C8DE72D8B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2536" name="Slide Number Placeholder 5">
            <a:extLst>
              <a:ext uri="{FF2B5EF4-FFF2-40B4-BE49-F238E27FC236}">
                <a16:creationId xmlns:a16="http://schemas.microsoft.com/office/drawing/2014/main" id="{3BB3B25F-482E-E95C-511E-515B44ECFC23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8C2889AB-C7E3-4C16-9CF6-00B98DD11E12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13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EF50B9DD-B238-060B-9514-97D5FF8DA271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084F9524-B091-0796-0329-606A48654C4F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F3688B7F-70B2-E045-F38C-FE14EAABD97E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D5AFB2F8-84D7-F328-440F-9B6A4497BDD8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E8531181-4433-AFFA-70B0-A6635FDC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08BEB9E-7E6C-408B-A274-3502CAFE1774}" type="slidenum">
              <a:rPr lang="en-US" altLang="en-US" sz="1200">
                <a:solidFill>
                  <a:srgbClr val="898989"/>
                </a:solidFill>
              </a:rPr>
              <a:pPr/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93">
            <a:extLst>
              <a:ext uri="{FF2B5EF4-FFF2-40B4-BE49-F238E27FC236}">
                <a16:creationId xmlns:a16="http://schemas.microsoft.com/office/drawing/2014/main" id="{DC71E86C-F101-C15C-499C-B1DD72DE562B}"/>
              </a:ext>
            </a:extLst>
          </p:cNvPr>
          <p:cNvGrpSpPr>
            <a:grpSpLocks/>
          </p:cNvGrpSpPr>
          <p:nvPr/>
        </p:nvGrpSpPr>
        <p:grpSpPr bwMode="auto">
          <a:xfrm>
            <a:off x="2722563" y="1008063"/>
            <a:ext cx="2514600" cy="1944687"/>
            <a:chOff x="11" y="594"/>
            <a:chExt cx="1584" cy="1225"/>
          </a:xfrm>
        </p:grpSpPr>
        <p:sp>
          <p:nvSpPr>
            <p:cNvPr id="338005" name="Rectangle 85">
              <a:extLst>
                <a:ext uri="{FF2B5EF4-FFF2-40B4-BE49-F238E27FC236}">
                  <a16:creationId xmlns:a16="http://schemas.microsoft.com/office/drawing/2014/main" id="{CD0EA4CB-9C49-B77D-D130-C7B21FFD9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" y="594"/>
              <a:ext cx="1584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Application </a:t>
              </a:r>
            </a:p>
          </p:txBody>
        </p:sp>
        <p:sp>
          <p:nvSpPr>
            <p:cNvPr id="338006" name="Rectangle 86">
              <a:extLst>
                <a:ext uri="{FF2B5EF4-FFF2-40B4-BE49-F238E27FC236}">
                  <a16:creationId xmlns:a16="http://schemas.microsoft.com/office/drawing/2014/main" id="{FC9EDB9F-FB63-1431-DA23-A37230F76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" y="1000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338007" name="Rectangle 87">
              <a:extLst>
                <a:ext uri="{FF2B5EF4-FFF2-40B4-BE49-F238E27FC236}">
                  <a16:creationId xmlns:a16="http://schemas.microsoft.com/office/drawing/2014/main" id="{2A51714C-67B7-88B4-9C95-16C4A8F3C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" y="1410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</p:grpSp>
      <p:sp>
        <p:nvSpPr>
          <p:cNvPr id="23556" name="Rectangle 2">
            <a:extLst>
              <a:ext uri="{FF2B5EF4-FFF2-40B4-BE49-F238E27FC236}">
                <a16:creationId xmlns:a16="http://schemas.microsoft.com/office/drawing/2014/main" id="{223B1A12-8543-E240-5D9D-9C159A1D0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23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Multiplexing &amp; De-multiplexing</a:t>
            </a:r>
            <a:endParaRPr lang="en-US" altLang="en-US" sz="240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3" name="Group 94">
            <a:extLst>
              <a:ext uri="{FF2B5EF4-FFF2-40B4-BE49-F238E27FC236}">
                <a16:creationId xmlns:a16="http://schemas.microsoft.com/office/drawing/2014/main" id="{FD3F70DD-8EDA-8AD4-A814-9F993A029465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2932113"/>
            <a:ext cx="2495550" cy="619125"/>
            <a:chOff x="1733" y="1847"/>
            <a:chExt cx="1572" cy="390"/>
          </a:xfrm>
        </p:grpSpPr>
        <p:sp>
          <p:nvSpPr>
            <p:cNvPr id="337958" name="AutoShape 38">
              <a:extLst>
                <a:ext uri="{FF2B5EF4-FFF2-40B4-BE49-F238E27FC236}">
                  <a16:creationId xmlns:a16="http://schemas.microsoft.com/office/drawing/2014/main" id="{03D74CAA-7660-8121-38CC-DFDA3973C9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1" y="184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87" name="Text Box 39">
              <a:extLst>
                <a:ext uri="{FF2B5EF4-FFF2-40B4-BE49-F238E27FC236}">
                  <a16:creationId xmlns:a16="http://schemas.microsoft.com/office/drawing/2014/main" id="{129F2465-6B65-343B-80AF-F2EE7A8B1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193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21</a:t>
              </a:r>
            </a:p>
          </p:txBody>
        </p:sp>
        <p:sp>
          <p:nvSpPr>
            <p:cNvPr id="337960" name="AutoShape 40">
              <a:extLst>
                <a:ext uri="{FF2B5EF4-FFF2-40B4-BE49-F238E27FC236}">
                  <a16:creationId xmlns:a16="http://schemas.microsoft.com/office/drawing/2014/main" id="{E150D936-8D35-EC24-839E-6CC4C72700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772" y="184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89" name="Text Box 41">
              <a:extLst>
                <a:ext uri="{FF2B5EF4-FFF2-40B4-BE49-F238E27FC236}">
                  <a16:creationId xmlns:a16="http://schemas.microsoft.com/office/drawing/2014/main" id="{2F8BC1AC-DC0F-A6C2-77A3-86EE618FB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3" y="193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80</a:t>
              </a:r>
            </a:p>
          </p:txBody>
        </p:sp>
        <p:sp>
          <p:nvSpPr>
            <p:cNvPr id="337962" name="AutoShape 42">
              <a:extLst>
                <a:ext uri="{FF2B5EF4-FFF2-40B4-BE49-F238E27FC236}">
                  <a16:creationId xmlns:a16="http://schemas.microsoft.com/office/drawing/2014/main" id="{DF19563F-114E-0C34-D0B9-45A90D2582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210" y="184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91" name="Text Box 43">
              <a:extLst>
                <a:ext uri="{FF2B5EF4-FFF2-40B4-BE49-F238E27FC236}">
                  <a16:creationId xmlns:a16="http://schemas.microsoft.com/office/drawing/2014/main" id="{A570346F-7F65-C219-7C97-8836D61A5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193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25</a:t>
              </a:r>
            </a:p>
          </p:txBody>
        </p:sp>
        <p:sp>
          <p:nvSpPr>
            <p:cNvPr id="337964" name="AutoShape 44">
              <a:extLst>
                <a:ext uri="{FF2B5EF4-FFF2-40B4-BE49-F238E27FC236}">
                  <a16:creationId xmlns:a16="http://schemas.microsoft.com/office/drawing/2014/main" id="{FF9EEF36-2EAE-5C0C-7AAB-015A0C2607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861" y="184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93" name="Text Box 45">
              <a:extLst>
                <a:ext uri="{FF2B5EF4-FFF2-40B4-BE49-F238E27FC236}">
                  <a16:creationId xmlns:a16="http://schemas.microsoft.com/office/drawing/2014/main" id="{9C92D527-CFCF-AEBE-6061-3FF824868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193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67</a:t>
              </a:r>
            </a:p>
          </p:txBody>
        </p:sp>
        <p:sp>
          <p:nvSpPr>
            <p:cNvPr id="337966" name="AutoShape 46">
              <a:extLst>
                <a:ext uri="{FF2B5EF4-FFF2-40B4-BE49-F238E27FC236}">
                  <a16:creationId xmlns:a16="http://schemas.microsoft.com/office/drawing/2014/main" id="{C0435997-254D-A071-B772-8BEADD8DE1F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642" y="184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95" name="Text Box 47">
              <a:extLst>
                <a:ext uri="{FF2B5EF4-FFF2-40B4-BE49-F238E27FC236}">
                  <a16:creationId xmlns:a16="http://schemas.microsoft.com/office/drawing/2014/main" id="{DC33036C-B418-C4D9-156C-CCEA2CD71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3" y="193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53</a:t>
              </a:r>
            </a:p>
          </p:txBody>
        </p:sp>
        <p:sp>
          <p:nvSpPr>
            <p:cNvPr id="337968" name="AutoShape 48">
              <a:extLst>
                <a:ext uri="{FF2B5EF4-FFF2-40B4-BE49-F238E27FC236}">
                  <a16:creationId xmlns:a16="http://schemas.microsoft.com/office/drawing/2014/main" id="{88B905AB-BB0D-1F7A-D35F-73592522C4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080" y="1847"/>
              <a:ext cx="162" cy="390"/>
            </a:xfrm>
            <a:prstGeom prst="can">
              <a:avLst>
                <a:gd name="adj" fmla="val 56786"/>
              </a:avLst>
            </a:prstGeom>
            <a:solidFill>
              <a:srgbClr val="66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dist="80322" dir="4293903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97" name="Text Box 49">
              <a:extLst>
                <a:ext uri="{FF2B5EF4-FFF2-40B4-BE49-F238E27FC236}">
                  <a16:creationId xmlns:a16="http://schemas.microsoft.com/office/drawing/2014/main" id="{D1FD5B2A-4719-17C8-E576-AA17A051F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1" y="1935"/>
              <a:ext cx="2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 eaLnBrk="1" hangingPunct="1"/>
              <a:r>
                <a:rPr lang="en-US" altLang="en-US" sz="1200"/>
                <a:t>69</a:t>
              </a:r>
            </a:p>
          </p:txBody>
        </p:sp>
      </p:grpSp>
      <p:sp>
        <p:nvSpPr>
          <p:cNvPr id="338008" name="Rectangle 88">
            <a:extLst>
              <a:ext uri="{FF2B5EF4-FFF2-40B4-BE49-F238E27FC236}">
                <a16:creationId xmlns:a16="http://schemas.microsoft.com/office/drawing/2014/main" id="{4E70720B-949B-F7F8-AA89-963C629C7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3422650"/>
            <a:ext cx="2514600" cy="650875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dirty="0"/>
              <a:t>Transport  </a:t>
            </a:r>
          </a:p>
        </p:txBody>
      </p:sp>
      <p:grpSp>
        <p:nvGrpSpPr>
          <p:cNvPr id="4" name="Group 83">
            <a:extLst>
              <a:ext uri="{FF2B5EF4-FFF2-40B4-BE49-F238E27FC236}">
                <a16:creationId xmlns:a16="http://schemas.microsoft.com/office/drawing/2014/main" id="{7D8C6143-A247-8F48-ED61-6241F65E8DA6}"/>
              </a:ext>
            </a:extLst>
          </p:cNvPr>
          <p:cNvGrpSpPr>
            <a:grpSpLocks/>
          </p:cNvGrpSpPr>
          <p:nvPr/>
        </p:nvGrpSpPr>
        <p:grpSpPr bwMode="auto">
          <a:xfrm>
            <a:off x="2813050" y="4049713"/>
            <a:ext cx="2376488" cy="619125"/>
            <a:chOff x="1772" y="2612"/>
            <a:chExt cx="1497" cy="390"/>
          </a:xfrm>
        </p:grpSpPr>
        <p:grpSp>
          <p:nvGrpSpPr>
            <p:cNvPr id="23580" name="Group 77">
              <a:extLst>
                <a:ext uri="{FF2B5EF4-FFF2-40B4-BE49-F238E27FC236}">
                  <a16:creationId xmlns:a16="http://schemas.microsoft.com/office/drawing/2014/main" id="{71142527-EABB-400E-28CB-F89E12F5E6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2" y="2612"/>
              <a:ext cx="622" cy="390"/>
              <a:chOff x="1772" y="2612"/>
              <a:chExt cx="622" cy="390"/>
            </a:xfrm>
          </p:grpSpPr>
          <p:sp>
            <p:nvSpPr>
              <p:cNvPr id="337986" name="AutoShape 66">
                <a:extLst>
                  <a:ext uri="{FF2B5EF4-FFF2-40B4-BE49-F238E27FC236}">
                    <a16:creationId xmlns:a16="http://schemas.microsoft.com/office/drawing/2014/main" id="{A121F223-2753-15EF-D33B-98B882A2C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772" y="2612"/>
                <a:ext cx="622" cy="390"/>
              </a:xfrm>
              <a:prstGeom prst="can">
                <a:avLst>
                  <a:gd name="adj" fmla="val 23588"/>
                </a:avLst>
              </a:prstGeom>
              <a:solidFill>
                <a:srgbClr val="66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>
                <a:outerShdw dist="80322" dir="4293903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585" name="Text Box 67">
                <a:extLst>
                  <a:ext uri="{FF2B5EF4-FFF2-40B4-BE49-F238E27FC236}">
                    <a16:creationId xmlns:a16="http://schemas.microsoft.com/office/drawing/2014/main" id="{8E676058-BF2C-8F94-11B7-A97EDBECFE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7" y="2687"/>
                <a:ext cx="591" cy="173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200"/>
                  <a:t>TCP - 6</a:t>
                </a:r>
              </a:p>
            </p:txBody>
          </p:sp>
        </p:grpSp>
        <p:grpSp>
          <p:nvGrpSpPr>
            <p:cNvPr id="23581" name="Group 81">
              <a:extLst>
                <a:ext uri="{FF2B5EF4-FFF2-40B4-BE49-F238E27FC236}">
                  <a16:creationId xmlns:a16="http://schemas.microsoft.com/office/drawing/2014/main" id="{535C0BC2-5602-AFDE-B48D-7C44DA0E6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1" y="2612"/>
              <a:ext cx="628" cy="390"/>
              <a:chOff x="2641" y="2612"/>
              <a:chExt cx="628" cy="390"/>
            </a:xfrm>
          </p:grpSpPr>
          <p:sp>
            <p:nvSpPr>
              <p:cNvPr id="337999" name="AutoShape 79">
                <a:extLst>
                  <a:ext uri="{FF2B5EF4-FFF2-40B4-BE49-F238E27FC236}">
                    <a16:creationId xmlns:a16="http://schemas.microsoft.com/office/drawing/2014/main" id="{4DB62717-3FD7-AA29-F711-F2B450B1E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41" y="2612"/>
                <a:ext cx="622" cy="390"/>
              </a:xfrm>
              <a:prstGeom prst="can">
                <a:avLst>
                  <a:gd name="adj" fmla="val 23588"/>
                </a:avLst>
              </a:prstGeom>
              <a:solidFill>
                <a:srgbClr val="66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>
                <a:outerShdw dist="80322" dir="4293903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583" name="Text Box 80">
                <a:extLst>
                  <a:ext uri="{FF2B5EF4-FFF2-40B4-BE49-F238E27FC236}">
                    <a16:creationId xmlns:a16="http://schemas.microsoft.com/office/drawing/2014/main" id="{4BBE4CAF-40D4-CE69-B2B4-1AE2D124FC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6" y="2687"/>
                <a:ext cx="613" cy="173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/>
                <a:r>
                  <a:rPr lang="en-US" altLang="en-US" sz="1200"/>
                  <a:t>UDP - 17</a:t>
                </a:r>
              </a:p>
            </p:txBody>
          </p:sp>
        </p:grpSp>
      </p:grpSp>
      <p:grpSp>
        <p:nvGrpSpPr>
          <p:cNvPr id="7" name="Group 92">
            <a:extLst>
              <a:ext uri="{FF2B5EF4-FFF2-40B4-BE49-F238E27FC236}">
                <a16:creationId xmlns:a16="http://schemas.microsoft.com/office/drawing/2014/main" id="{3C2D6D93-9A60-A92B-601C-F532A7C97ED9}"/>
              </a:ext>
            </a:extLst>
          </p:cNvPr>
          <p:cNvGrpSpPr>
            <a:grpSpLocks/>
          </p:cNvGrpSpPr>
          <p:nvPr/>
        </p:nvGrpSpPr>
        <p:grpSpPr bwMode="auto">
          <a:xfrm>
            <a:off x="2722563" y="4483100"/>
            <a:ext cx="2514600" cy="1952625"/>
            <a:chOff x="11" y="2224"/>
            <a:chExt cx="1584" cy="1230"/>
          </a:xfrm>
        </p:grpSpPr>
        <p:sp>
          <p:nvSpPr>
            <p:cNvPr id="338009" name="Rectangle 89">
              <a:extLst>
                <a:ext uri="{FF2B5EF4-FFF2-40B4-BE49-F238E27FC236}">
                  <a16:creationId xmlns:a16="http://schemas.microsoft.com/office/drawing/2014/main" id="{B78A7AEA-B668-C37B-6358-2556DE392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" y="2224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338010" name="Rectangle 90">
              <a:extLst>
                <a:ext uri="{FF2B5EF4-FFF2-40B4-BE49-F238E27FC236}">
                  <a16:creationId xmlns:a16="http://schemas.microsoft.com/office/drawing/2014/main" id="{DF977B3D-4483-B9A3-43BA-0ABF70147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" y="2634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338011" name="Rectangle 91">
              <a:extLst>
                <a:ext uri="{FF2B5EF4-FFF2-40B4-BE49-F238E27FC236}">
                  <a16:creationId xmlns:a16="http://schemas.microsoft.com/office/drawing/2014/main" id="{39745069-25EE-9A55-F0F9-D0A73AA25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" y="3044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23561" name="Date Placeholder 3">
            <a:extLst>
              <a:ext uri="{FF2B5EF4-FFF2-40B4-BE49-F238E27FC236}">
                <a16:creationId xmlns:a16="http://schemas.microsoft.com/office/drawing/2014/main" id="{452DD0CE-B1B6-5EA9-C383-4056A09C556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A06D953-129A-4021-975F-D6E17C9727AF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3562" name="Footer Placeholder 4">
            <a:extLst>
              <a:ext uri="{FF2B5EF4-FFF2-40B4-BE49-F238E27FC236}">
                <a16:creationId xmlns:a16="http://schemas.microsoft.com/office/drawing/2014/main" id="{576CA085-5405-D451-3149-4559C5C3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3563" name="Slide Number Placeholder 5">
            <a:extLst>
              <a:ext uri="{FF2B5EF4-FFF2-40B4-BE49-F238E27FC236}">
                <a16:creationId xmlns:a16="http://schemas.microsoft.com/office/drawing/2014/main" id="{20D55376-24B0-10FB-374A-265D16ABB53F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01721317-7A4F-4E00-BBC4-244DBD214866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14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D5338F2E-C9A0-DA6B-F408-D74553B48422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7" name="Trapezoid 36">
            <a:extLst>
              <a:ext uri="{FF2B5EF4-FFF2-40B4-BE49-F238E27FC236}">
                <a16:creationId xmlns:a16="http://schemas.microsoft.com/office/drawing/2014/main" id="{95B07651-4E66-B7CF-C869-AE4BFAE8085F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8" name="Trapezoid 37">
            <a:extLst>
              <a:ext uri="{FF2B5EF4-FFF2-40B4-BE49-F238E27FC236}">
                <a16:creationId xmlns:a16="http://schemas.microsoft.com/office/drawing/2014/main" id="{F4FEC490-BA4F-F30B-59FF-37C2BD8CE876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971B8970-CBAC-7EB9-F4F6-CAD00785DEEC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3576" name="TextBox 47">
            <a:extLst>
              <a:ext uri="{FF2B5EF4-FFF2-40B4-BE49-F238E27FC236}">
                <a16:creationId xmlns:a16="http://schemas.microsoft.com/office/drawing/2014/main" id="{C99126C7-D0F9-8D93-408E-FDA849E45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228600"/>
            <a:ext cx="64960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lvl="1"/>
            <a:r>
              <a:rPr lang="en-US" altLang="ja-JP" sz="2400"/>
              <a:t>Multiplexing &amp; De-multiplexing</a:t>
            </a:r>
          </a:p>
          <a:p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0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>
            <a:extLst>
              <a:ext uri="{FF2B5EF4-FFF2-40B4-BE49-F238E27FC236}">
                <a16:creationId xmlns:a16="http://schemas.microsoft.com/office/drawing/2014/main" id="{835A979C-AA47-3B1B-CA99-C23B2795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B74DE62-8EA2-4271-865B-923679C374DC}" type="slidenum">
              <a:rPr lang="en-US" altLang="en-US" sz="1200">
                <a:solidFill>
                  <a:srgbClr val="898989"/>
                </a:solidFill>
              </a:rPr>
              <a:pPr/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CB744921-8BDF-F056-48C1-E3CCC8A7C9B6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1030" name="Object 1028">
              <a:extLst>
                <a:ext uri="{FF2B5EF4-FFF2-40B4-BE49-F238E27FC236}">
                  <a16:creationId xmlns:a16="http://schemas.microsoft.com/office/drawing/2014/main" id="{84ED4A42-463B-4673-5B9F-1492D56592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1030" name="Object 1028">
                          <a:extLst>
                            <a:ext uri="{FF2B5EF4-FFF2-40B4-BE49-F238E27FC236}">
                              <a16:creationId xmlns:a16="http://schemas.microsoft.com/office/drawing/2014/main" id="{84ED4A42-463B-4673-5B9F-1492D56592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2" name="Rectangle 4">
              <a:extLst>
                <a:ext uri="{FF2B5EF4-FFF2-40B4-BE49-F238E27FC236}">
                  <a16:creationId xmlns:a16="http://schemas.microsoft.com/office/drawing/2014/main" id="{EE09AD5C-E4D1-5A6D-6CA6-3CB6CC906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50524EEA-AE39-4F7F-F367-3E3115680C4F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1029" name="Object 1027">
              <a:extLst>
                <a:ext uri="{FF2B5EF4-FFF2-40B4-BE49-F238E27FC236}">
                  <a16:creationId xmlns:a16="http://schemas.microsoft.com/office/drawing/2014/main" id="{19297235-0AAB-D8B0-C191-C6FD398034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1190476" imgH="1190476" progId="Paint.Picture">
                    <p:embed/>
                  </p:oleObj>
                </mc:Choice>
                <mc:Fallback>
                  <p:oleObj name="Bitmap Image" r:id="rId4" imgW="1190476" imgH="1190476" progId="Paint.Picture">
                    <p:embed/>
                    <p:pic>
                      <p:nvPicPr>
                        <p:cNvPr id="1029" name="Object 1027">
                          <a:extLst>
                            <a:ext uri="{FF2B5EF4-FFF2-40B4-BE49-F238E27FC236}">
                              <a16:creationId xmlns:a16="http://schemas.microsoft.com/office/drawing/2014/main" id="{19297235-0AAB-D8B0-C191-C6FD398034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1" name="Rectangle 7">
              <a:extLst>
                <a:ext uri="{FF2B5EF4-FFF2-40B4-BE49-F238E27FC236}">
                  <a16:creationId xmlns:a16="http://schemas.microsoft.com/office/drawing/2014/main" id="{E1E068B9-51C3-8C88-CE71-62BF17873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26E3E8B2-4FA3-D660-B1E2-3CFBFCCFABC9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1028" name="Object 1026">
              <a:extLst>
                <a:ext uri="{FF2B5EF4-FFF2-40B4-BE49-F238E27FC236}">
                  <a16:creationId xmlns:a16="http://schemas.microsoft.com/office/drawing/2014/main" id="{E8DC9F81-D859-5489-5105-24DECF905B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1190476" imgH="1190476" progId="Paint.Picture">
                    <p:embed/>
                  </p:oleObj>
                </mc:Choice>
                <mc:Fallback>
                  <p:oleObj name="Bitmap Image" r:id="rId4" imgW="1190476" imgH="1190476" progId="Paint.Picture">
                    <p:embed/>
                    <p:pic>
                      <p:nvPicPr>
                        <p:cNvPr id="1028" name="Object 1026">
                          <a:extLst>
                            <a:ext uri="{FF2B5EF4-FFF2-40B4-BE49-F238E27FC236}">
                              <a16:creationId xmlns:a16="http://schemas.microsoft.com/office/drawing/2014/main" id="{E8DC9F81-D859-5489-5105-24DECF905B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0" name="Rectangle 10">
              <a:extLst>
                <a:ext uri="{FF2B5EF4-FFF2-40B4-BE49-F238E27FC236}">
                  <a16:creationId xmlns:a16="http://schemas.microsoft.com/office/drawing/2014/main" id="{8B2395C5-D76F-2181-91D7-CBEE88ED1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55562F2E-B38E-948E-B0B5-D8321F97E6B4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1027" name="Object 1025">
              <a:extLst>
                <a:ext uri="{FF2B5EF4-FFF2-40B4-BE49-F238E27FC236}">
                  <a16:creationId xmlns:a16="http://schemas.microsoft.com/office/drawing/2014/main" id="{14C0E092-8768-E780-AC8E-6365CA1581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1190476" imgH="1190476" progId="Paint.Picture">
                    <p:embed/>
                  </p:oleObj>
                </mc:Choice>
                <mc:Fallback>
                  <p:oleObj name="Bitmap Image" r:id="rId4" imgW="1190476" imgH="1190476" progId="Paint.Picture">
                    <p:embed/>
                    <p:pic>
                      <p:nvPicPr>
                        <p:cNvPr id="1027" name="Object 1025">
                          <a:extLst>
                            <a:ext uri="{FF2B5EF4-FFF2-40B4-BE49-F238E27FC236}">
                              <a16:creationId xmlns:a16="http://schemas.microsoft.com/office/drawing/2014/main" id="{14C0E092-8768-E780-AC8E-6365CA1581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9" name="Rectangle 13">
              <a:extLst>
                <a:ext uri="{FF2B5EF4-FFF2-40B4-BE49-F238E27FC236}">
                  <a16:creationId xmlns:a16="http://schemas.microsoft.com/office/drawing/2014/main" id="{0FDE6FAB-FDF2-C956-7A4A-0FB5FDB65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id="{1CFD25F5-EAE0-86CE-BD61-58DED865B07F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1026" name="Object 1024">
              <a:extLst>
                <a:ext uri="{FF2B5EF4-FFF2-40B4-BE49-F238E27FC236}">
                  <a16:creationId xmlns:a16="http://schemas.microsoft.com/office/drawing/2014/main" id="{CA49EF24-F289-3202-729A-E9D0D7109B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1190476" imgH="1190476" progId="Paint.Picture">
                    <p:embed/>
                  </p:oleObj>
                </mc:Choice>
                <mc:Fallback>
                  <p:oleObj name="Bitmap Image" r:id="rId4" imgW="1190476" imgH="1190476" progId="Paint.Picture">
                    <p:embed/>
                    <p:pic>
                      <p:nvPicPr>
                        <p:cNvPr id="1026" name="Object 1024">
                          <a:extLst>
                            <a:ext uri="{FF2B5EF4-FFF2-40B4-BE49-F238E27FC236}">
                              <a16:creationId xmlns:a16="http://schemas.microsoft.com/office/drawing/2014/main" id="{CA49EF24-F289-3202-729A-E9D0D7109B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8" name="Rectangle 16">
              <a:extLst>
                <a:ext uri="{FF2B5EF4-FFF2-40B4-BE49-F238E27FC236}">
                  <a16:creationId xmlns:a16="http://schemas.microsoft.com/office/drawing/2014/main" id="{F0179FD8-6DB4-C5DF-EC27-92C36400B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037" name="Rectangle 17">
            <a:extLst>
              <a:ext uri="{FF2B5EF4-FFF2-40B4-BE49-F238E27FC236}">
                <a16:creationId xmlns:a16="http://schemas.microsoft.com/office/drawing/2014/main" id="{4FE6DDA8-AAB0-2D85-1D23-8B9BB1232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478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Sequencing &amp; Reassembling</a:t>
            </a:r>
            <a:endParaRPr lang="en-US" altLang="en-US" sz="240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48178" name="Rectangle 18">
            <a:extLst>
              <a:ext uri="{FF2B5EF4-FFF2-40B4-BE49-F238E27FC236}">
                <a16:creationId xmlns:a16="http://schemas.microsoft.com/office/drawing/2014/main" id="{A88654F5-A2BD-34EB-7306-EB3413D05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557463"/>
            <a:ext cx="40671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</p:txBody>
      </p:sp>
      <p:sp>
        <p:nvSpPr>
          <p:cNvPr id="348179" name="Rectangle 19">
            <a:extLst>
              <a:ext uri="{FF2B5EF4-FFF2-40B4-BE49-F238E27FC236}">
                <a16:creationId xmlns:a16="http://schemas.microsoft.com/office/drawing/2014/main" id="{CD830591-D728-88E2-5E12-F5D85BC39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3290888"/>
            <a:ext cx="928688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48180" name="Rectangle 20">
            <a:extLst>
              <a:ext uri="{FF2B5EF4-FFF2-40B4-BE49-F238E27FC236}">
                <a16:creationId xmlns:a16="http://schemas.microsoft.com/office/drawing/2014/main" id="{53FF60CF-A2AE-C7B1-98A2-0A27E4BC6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3308350"/>
            <a:ext cx="768350" cy="5715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How</a:t>
            </a:r>
          </a:p>
        </p:txBody>
      </p:sp>
      <p:sp>
        <p:nvSpPr>
          <p:cNvPr id="348181" name="Rectangle 21">
            <a:extLst>
              <a:ext uri="{FF2B5EF4-FFF2-40B4-BE49-F238E27FC236}">
                <a16:creationId xmlns:a16="http://schemas.microsoft.com/office/drawing/2014/main" id="{7B444173-2443-FCC5-47E0-C9F781C11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3290888"/>
            <a:ext cx="6223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Are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48182" name="Rectangle 22">
            <a:extLst>
              <a:ext uri="{FF2B5EF4-FFF2-40B4-BE49-F238E27FC236}">
                <a16:creationId xmlns:a16="http://schemas.microsoft.com/office/drawing/2014/main" id="{A18FA0EE-77A0-E2D9-F66B-6AF5D1CD1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3290888"/>
            <a:ext cx="8413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48183" name="Rectangle 23">
            <a:extLst>
              <a:ext uri="{FF2B5EF4-FFF2-40B4-BE49-F238E27FC236}">
                <a16:creationId xmlns:a16="http://schemas.microsoft.com/office/drawing/2014/main" id="{C5E7A352-DD58-DE97-42DD-C71774A5E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3290888"/>
            <a:ext cx="4826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?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48184" name="AutoShape 24">
            <a:extLst>
              <a:ext uri="{FF2B5EF4-FFF2-40B4-BE49-F238E27FC236}">
                <a16:creationId xmlns:a16="http://schemas.microsoft.com/office/drawing/2014/main" id="{55C0A0D4-E2A1-7DFF-B933-69B2071C1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2330450"/>
            <a:ext cx="2152650" cy="1703388"/>
          </a:xfrm>
          <a:prstGeom prst="cloudCallout">
            <a:avLst>
              <a:gd name="adj1" fmla="val -1917"/>
              <a:gd name="adj2" fmla="val 88208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 </a:t>
            </a:r>
          </a:p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  <a:p>
            <a:endParaRPr lang="en-US" altLang="en-US"/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BC9ECFC1-E502-53F6-5125-C8C3FF7A542A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737100"/>
            <a:ext cx="6119813" cy="1204913"/>
            <a:chOff x="846" y="2984"/>
            <a:chExt cx="3855" cy="759"/>
          </a:xfrm>
        </p:grpSpPr>
        <p:grpSp>
          <p:nvGrpSpPr>
            <p:cNvPr id="1072" name="Group 26">
              <a:extLst>
                <a:ext uri="{FF2B5EF4-FFF2-40B4-BE49-F238E27FC236}">
                  <a16:creationId xmlns:a16="http://schemas.microsoft.com/office/drawing/2014/main" id="{3234208F-546E-E222-E3F3-34D44A21AD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pic>
            <p:nvPicPr>
              <p:cNvPr id="1075" name="Picture 27">
                <a:extLst>
                  <a:ext uri="{FF2B5EF4-FFF2-40B4-BE49-F238E27FC236}">
                    <a16:creationId xmlns:a16="http://schemas.microsoft.com/office/drawing/2014/main" id="{AA79889B-FA48-FAA3-2EDC-BC38ACEF08F9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6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76" name="Picture 28">
                <a:extLst>
                  <a:ext uri="{FF2B5EF4-FFF2-40B4-BE49-F238E27FC236}">
                    <a16:creationId xmlns:a16="http://schemas.microsoft.com/office/drawing/2014/main" id="{7CAAEEE2-96EE-A44A-4CF3-709691E2ED84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2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077" name="AutoShape 29">
                <a:extLst>
                  <a:ext uri="{FF2B5EF4-FFF2-40B4-BE49-F238E27FC236}">
                    <a16:creationId xmlns:a16="http://schemas.microsoft.com/office/drawing/2014/main" id="{71FF99CE-AFB6-A1AB-B89D-D69861351D0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>
                <a:off x="1685" y="3364"/>
                <a:ext cx="2177" cy="0"/>
              </a:xfrm>
              <a:prstGeom prst="straightConnector1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73" name="Text Box 30">
              <a:extLst>
                <a:ext uri="{FF2B5EF4-FFF2-40B4-BE49-F238E27FC236}">
                  <a16:creationId xmlns:a16="http://schemas.microsoft.com/office/drawing/2014/main" id="{F1833FD6-C2A0-0ED6-DD32-B65CF5750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" y="309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A</a:t>
              </a:r>
            </a:p>
          </p:txBody>
        </p:sp>
        <p:sp>
          <p:nvSpPr>
            <p:cNvPr id="1074" name="Text Box 31">
              <a:extLst>
                <a:ext uri="{FF2B5EF4-FFF2-40B4-BE49-F238E27FC236}">
                  <a16:creationId xmlns:a16="http://schemas.microsoft.com/office/drawing/2014/main" id="{5570FF34-127D-368A-2DF7-5C4A6486D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3091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B</a:t>
              </a:r>
            </a:p>
          </p:txBody>
        </p:sp>
      </p:grpSp>
      <p:sp>
        <p:nvSpPr>
          <p:cNvPr id="348227" name="Rectangle 67">
            <a:extLst>
              <a:ext uri="{FF2B5EF4-FFF2-40B4-BE49-F238E27FC236}">
                <a16:creationId xmlns:a16="http://schemas.microsoft.com/office/drawing/2014/main" id="{47F9F229-ACB6-DC0D-9D5B-D1A47E245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971675"/>
            <a:ext cx="7564438" cy="20621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48218" name="Rectangle 58">
            <a:extLst>
              <a:ext uri="{FF2B5EF4-FFF2-40B4-BE49-F238E27FC236}">
                <a16:creationId xmlns:a16="http://schemas.microsoft.com/office/drawing/2014/main" id="{7275C532-DEC8-66E2-AE0E-4F3D6A40A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581275"/>
            <a:ext cx="4067175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 Hello! How ? Are</a:t>
            </a:r>
          </a:p>
        </p:txBody>
      </p:sp>
      <p:sp>
        <p:nvSpPr>
          <p:cNvPr id="348219" name="Rectangle 59">
            <a:extLst>
              <a:ext uri="{FF2B5EF4-FFF2-40B4-BE49-F238E27FC236}">
                <a16:creationId xmlns:a16="http://schemas.microsoft.com/office/drawing/2014/main" id="{66418CA3-EA8B-1B41-634C-C42E40DC4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3278188"/>
            <a:ext cx="928688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48220" name="Rectangle 60">
            <a:extLst>
              <a:ext uri="{FF2B5EF4-FFF2-40B4-BE49-F238E27FC236}">
                <a16:creationId xmlns:a16="http://schemas.microsoft.com/office/drawing/2014/main" id="{06CE0D14-EF4F-5443-196B-46629CEF2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3278188"/>
            <a:ext cx="768350" cy="5715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How</a:t>
            </a:r>
          </a:p>
        </p:txBody>
      </p:sp>
      <p:sp>
        <p:nvSpPr>
          <p:cNvPr id="348221" name="Rectangle 61">
            <a:extLst>
              <a:ext uri="{FF2B5EF4-FFF2-40B4-BE49-F238E27FC236}">
                <a16:creationId xmlns:a16="http://schemas.microsoft.com/office/drawing/2014/main" id="{D2212D49-B38B-89B8-3BFB-85872D4F4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3278188"/>
            <a:ext cx="6223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Are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48222" name="Rectangle 62">
            <a:extLst>
              <a:ext uri="{FF2B5EF4-FFF2-40B4-BE49-F238E27FC236}">
                <a16:creationId xmlns:a16="http://schemas.microsoft.com/office/drawing/2014/main" id="{ADAC56A0-1496-0358-56AF-B9EC8E18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3278188"/>
            <a:ext cx="8413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</a:t>
            </a:r>
            <a:endParaRPr lang="en-US" altLang="en-US" sz="1600">
              <a:solidFill>
                <a:schemeClr val="bg1"/>
              </a:solidFill>
            </a:endParaRPr>
          </a:p>
        </p:txBody>
      </p:sp>
      <p:sp>
        <p:nvSpPr>
          <p:cNvPr id="348223" name="Rectangle 63">
            <a:extLst>
              <a:ext uri="{FF2B5EF4-FFF2-40B4-BE49-F238E27FC236}">
                <a16:creationId xmlns:a16="http://schemas.microsoft.com/office/drawing/2014/main" id="{BCAA21B9-D041-F208-B77D-C015EF7BA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3278188"/>
            <a:ext cx="4826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?</a:t>
            </a:r>
            <a:endParaRPr lang="en-US" altLang="en-US" sz="1600">
              <a:solidFill>
                <a:schemeClr val="bg1"/>
              </a:solidFill>
            </a:endParaRPr>
          </a:p>
        </p:txBody>
      </p:sp>
      <p:grpSp>
        <p:nvGrpSpPr>
          <p:cNvPr id="9" name="Group 90">
            <a:extLst>
              <a:ext uri="{FF2B5EF4-FFF2-40B4-BE49-F238E27FC236}">
                <a16:creationId xmlns:a16="http://schemas.microsoft.com/office/drawing/2014/main" id="{9771F781-E0E8-4530-FD99-DA21A3A33BE8}"/>
              </a:ext>
            </a:extLst>
          </p:cNvPr>
          <p:cNvGrpSpPr>
            <a:grpSpLocks/>
          </p:cNvGrpSpPr>
          <p:nvPr/>
        </p:nvGrpSpPr>
        <p:grpSpPr bwMode="auto">
          <a:xfrm>
            <a:off x="781050" y="2124075"/>
            <a:ext cx="7564438" cy="2062163"/>
            <a:chOff x="492" y="1338"/>
            <a:chExt cx="4765" cy="1299"/>
          </a:xfrm>
        </p:grpSpPr>
        <p:sp>
          <p:nvSpPr>
            <p:cNvPr id="1070" name="Rectangle 91">
              <a:extLst>
                <a:ext uri="{FF2B5EF4-FFF2-40B4-BE49-F238E27FC236}">
                  <a16:creationId xmlns:a16="http://schemas.microsoft.com/office/drawing/2014/main" id="{96FC47A5-FC8E-23F7-2141-FE8A7B909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338"/>
              <a:ext cx="4765" cy="1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71" name="AutoShape 92">
              <a:extLst>
                <a:ext uri="{FF2B5EF4-FFF2-40B4-BE49-F238E27FC236}">
                  <a16:creationId xmlns:a16="http://schemas.microsoft.com/office/drawing/2014/main" id="{780BA02D-BE07-0EA5-1941-A5E2D27C1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468"/>
              <a:ext cx="1356" cy="1073"/>
            </a:xfrm>
            <a:prstGeom prst="cloudCallout">
              <a:avLst>
                <a:gd name="adj1" fmla="val -1917"/>
                <a:gd name="adj2" fmla="val 88208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en-US">
                  <a:solidFill>
                    <a:schemeClr val="bg1"/>
                  </a:solidFill>
                </a:rPr>
                <a:t>you  Hello! How ? are</a:t>
              </a:r>
            </a:p>
            <a:p>
              <a:endParaRPr lang="en-US" altLang="en-US"/>
            </a:p>
          </p:txBody>
        </p:sp>
      </p:grpSp>
      <p:sp>
        <p:nvSpPr>
          <p:cNvPr id="1054" name="Date Placeholder 3">
            <a:extLst>
              <a:ext uri="{FF2B5EF4-FFF2-40B4-BE49-F238E27FC236}">
                <a16:creationId xmlns:a16="http://schemas.microsoft.com/office/drawing/2014/main" id="{1911F704-C13C-840A-227E-AA0F70FD6D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BC6A244-F506-4263-A707-D6AFF5EB82CF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55" name="Footer Placeholder 4">
            <a:extLst>
              <a:ext uri="{FF2B5EF4-FFF2-40B4-BE49-F238E27FC236}">
                <a16:creationId xmlns:a16="http://schemas.microsoft.com/office/drawing/2014/main" id="{974DE624-4673-C356-8A56-A45F4123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56" name="Slide Number Placeholder 5">
            <a:extLst>
              <a:ext uri="{FF2B5EF4-FFF2-40B4-BE49-F238E27FC236}">
                <a16:creationId xmlns:a16="http://schemas.microsoft.com/office/drawing/2014/main" id="{8BF24EC0-5820-2FF6-DE7F-CB25033F54CA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BE7DFB99-A9D0-441C-9ADD-509D01CADFCD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7147F29B-D9ED-DB8B-D05C-801A1D3BAFC2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Trapezoid 46">
            <a:extLst>
              <a:ext uri="{FF2B5EF4-FFF2-40B4-BE49-F238E27FC236}">
                <a16:creationId xmlns:a16="http://schemas.microsoft.com/office/drawing/2014/main" id="{9A470FDD-A38A-FF93-A56C-9D5D08EA9D93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8" name="Trapezoid 47">
            <a:extLst>
              <a:ext uri="{FF2B5EF4-FFF2-40B4-BE49-F238E27FC236}">
                <a16:creationId xmlns:a16="http://schemas.microsoft.com/office/drawing/2014/main" id="{43B17FCB-91B5-5B6B-324F-05BFF5D09CB6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FAD25D6A-9C63-A97A-C090-0ECFB3E177FF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69" name="TextBox 49">
            <a:extLst>
              <a:ext uri="{FF2B5EF4-FFF2-40B4-BE49-F238E27FC236}">
                <a16:creationId xmlns:a16="http://schemas.microsoft.com/office/drawing/2014/main" id="{EE7A5475-DBE6-06CC-CE16-7A7C89995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57200" y="209550"/>
            <a:ext cx="47625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lvl="1"/>
            <a:r>
              <a:rPr lang="en-US" altLang="ja-JP" sz="2400"/>
              <a:t>Segmentation</a:t>
            </a:r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48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5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9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7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1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4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4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4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8" grpId="0" animBg="1" autoUpdateAnimBg="0"/>
      <p:bldP spid="348179" grpId="0" animBg="1" autoUpdateAnimBg="0"/>
      <p:bldP spid="348180" grpId="0" animBg="1" autoUpdateAnimBg="0"/>
      <p:bldP spid="348181" grpId="0" animBg="1" autoUpdateAnimBg="0"/>
      <p:bldP spid="348182" grpId="0" animBg="1" autoUpdateAnimBg="0"/>
      <p:bldP spid="348183" grpId="0" animBg="1" autoUpdateAnimBg="0"/>
      <p:bldP spid="348184" grpId="0" animBg="1" autoUpdateAnimBg="0"/>
      <p:bldP spid="348227" grpId="0" animBg="1"/>
      <p:bldP spid="348218" grpId="0" animBg="1" autoUpdateAnimBg="0"/>
      <p:bldP spid="348219" grpId="0" animBg="1" autoUpdateAnimBg="0"/>
      <p:bldP spid="348220" grpId="0" animBg="1" autoUpdateAnimBg="0"/>
      <p:bldP spid="348221" grpId="0" animBg="1" autoUpdateAnimBg="0"/>
      <p:bldP spid="348222" grpId="0" animBg="1" autoUpdateAnimBg="0"/>
      <p:bldP spid="348223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>
            <a:extLst>
              <a:ext uri="{FF2B5EF4-FFF2-40B4-BE49-F238E27FC236}">
                <a16:creationId xmlns:a16="http://schemas.microsoft.com/office/drawing/2014/main" id="{B35B092D-9084-F034-3FD7-FC52757A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50981FC-8A9D-4462-B82A-251B147E2F7A}" type="slidenum">
              <a:rPr lang="en-US" altLang="en-US" sz="1200">
                <a:solidFill>
                  <a:srgbClr val="898989"/>
                </a:solidFill>
              </a:rPr>
              <a:pPr/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613DF1D6-420E-38D7-97CD-B46A2EBE52A1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2054" name="Object 1028">
              <a:extLst>
                <a:ext uri="{FF2B5EF4-FFF2-40B4-BE49-F238E27FC236}">
                  <a16:creationId xmlns:a16="http://schemas.microsoft.com/office/drawing/2014/main" id="{AE298BD7-8024-4A3A-2C3A-8DB37D3E0B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2054" name="Object 1028">
                          <a:extLst>
                            <a:ext uri="{FF2B5EF4-FFF2-40B4-BE49-F238E27FC236}">
                              <a16:creationId xmlns:a16="http://schemas.microsoft.com/office/drawing/2014/main" id="{AE298BD7-8024-4A3A-2C3A-8DB37D3E0B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11" name="Rectangle 4">
              <a:extLst>
                <a:ext uri="{FF2B5EF4-FFF2-40B4-BE49-F238E27FC236}">
                  <a16:creationId xmlns:a16="http://schemas.microsoft.com/office/drawing/2014/main" id="{9A434A88-7941-424B-F4A7-4547F97D4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938DC982-709C-2A73-BFE9-49A77F905770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2053" name="Object 1027">
              <a:extLst>
                <a:ext uri="{FF2B5EF4-FFF2-40B4-BE49-F238E27FC236}">
                  <a16:creationId xmlns:a16="http://schemas.microsoft.com/office/drawing/2014/main" id="{83D88DDD-E3D4-0A50-DCFB-53F1849926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2053" name="Object 1027">
                          <a:extLst>
                            <a:ext uri="{FF2B5EF4-FFF2-40B4-BE49-F238E27FC236}">
                              <a16:creationId xmlns:a16="http://schemas.microsoft.com/office/drawing/2014/main" id="{83D88DDD-E3D4-0A50-DCFB-53F1849926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10" name="Rectangle 7">
              <a:extLst>
                <a:ext uri="{FF2B5EF4-FFF2-40B4-BE49-F238E27FC236}">
                  <a16:creationId xmlns:a16="http://schemas.microsoft.com/office/drawing/2014/main" id="{815E505A-679A-9DF8-E65B-1CA42388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23F26F4B-D019-135C-136D-914FDCE27D3D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2052" name="Object 1026">
              <a:extLst>
                <a:ext uri="{FF2B5EF4-FFF2-40B4-BE49-F238E27FC236}">
                  <a16:creationId xmlns:a16="http://schemas.microsoft.com/office/drawing/2014/main" id="{1E628054-DDDB-54C6-2688-58756E7AF1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2052" name="Object 1026">
                          <a:extLst>
                            <a:ext uri="{FF2B5EF4-FFF2-40B4-BE49-F238E27FC236}">
                              <a16:creationId xmlns:a16="http://schemas.microsoft.com/office/drawing/2014/main" id="{1E628054-DDDB-54C6-2688-58756E7AF1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9" name="Rectangle 10">
              <a:extLst>
                <a:ext uri="{FF2B5EF4-FFF2-40B4-BE49-F238E27FC236}">
                  <a16:creationId xmlns:a16="http://schemas.microsoft.com/office/drawing/2014/main" id="{4C872409-F7F0-63CC-3940-7A6556745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2BDDAAAC-417D-EADA-5FA8-D2158679F266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2051" name="Object 1025">
              <a:extLst>
                <a:ext uri="{FF2B5EF4-FFF2-40B4-BE49-F238E27FC236}">
                  <a16:creationId xmlns:a16="http://schemas.microsoft.com/office/drawing/2014/main" id="{4A6B4E9B-2D79-9AA5-38E4-7B7C71BD85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2051" name="Object 1025">
                          <a:extLst>
                            <a:ext uri="{FF2B5EF4-FFF2-40B4-BE49-F238E27FC236}">
                              <a16:creationId xmlns:a16="http://schemas.microsoft.com/office/drawing/2014/main" id="{4A6B4E9B-2D79-9AA5-38E4-7B7C71BD85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8" name="Rectangle 13">
              <a:extLst>
                <a:ext uri="{FF2B5EF4-FFF2-40B4-BE49-F238E27FC236}">
                  <a16:creationId xmlns:a16="http://schemas.microsoft.com/office/drawing/2014/main" id="{ADA1C7FC-612B-AB27-2E0F-28E147746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id="{C0DD0862-2B65-40A0-4AD3-98C2FBA663CA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2050" name="Object 1024">
              <a:extLst>
                <a:ext uri="{FF2B5EF4-FFF2-40B4-BE49-F238E27FC236}">
                  <a16:creationId xmlns:a16="http://schemas.microsoft.com/office/drawing/2014/main" id="{95A5EBCE-1AA6-377D-26D3-2CBC5C04C5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2050" name="Object 1024">
                          <a:extLst>
                            <a:ext uri="{FF2B5EF4-FFF2-40B4-BE49-F238E27FC236}">
                              <a16:creationId xmlns:a16="http://schemas.microsoft.com/office/drawing/2014/main" id="{95A5EBCE-1AA6-377D-26D3-2CBC5C04C5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7" name="Rectangle 16">
              <a:extLst>
                <a:ext uri="{FF2B5EF4-FFF2-40B4-BE49-F238E27FC236}">
                  <a16:creationId xmlns:a16="http://schemas.microsoft.com/office/drawing/2014/main" id="{208D82C8-CB5C-A93C-D5B7-142DB70D7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061" name="Rectangle 17">
            <a:extLst>
              <a:ext uri="{FF2B5EF4-FFF2-40B4-BE49-F238E27FC236}">
                <a16:creationId xmlns:a16="http://schemas.microsoft.com/office/drawing/2014/main" id="{876A7DDE-036B-3DC8-6B79-E0413C0E5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5792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Sequencing &amp; Reassembling</a:t>
            </a:r>
            <a:endParaRPr lang="en-US" altLang="en-US" sz="240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0226" name="Rectangle 18">
            <a:extLst>
              <a:ext uri="{FF2B5EF4-FFF2-40B4-BE49-F238E27FC236}">
                <a16:creationId xmlns:a16="http://schemas.microsoft.com/office/drawing/2014/main" id="{0A81446A-26A2-B509-1D77-1AF25540E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557463"/>
            <a:ext cx="40671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</p:txBody>
      </p:sp>
      <p:sp>
        <p:nvSpPr>
          <p:cNvPr id="350227" name="Rectangle 19">
            <a:extLst>
              <a:ext uri="{FF2B5EF4-FFF2-40B4-BE49-F238E27FC236}">
                <a16:creationId xmlns:a16="http://schemas.microsoft.com/office/drawing/2014/main" id="{B7953718-6F71-65C9-C83D-20F52C896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3290888"/>
            <a:ext cx="928688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1/5</a:t>
            </a:r>
          </a:p>
        </p:txBody>
      </p:sp>
      <p:sp>
        <p:nvSpPr>
          <p:cNvPr id="350228" name="Rectangle 20">
            <a:extLst>
              <a:ext uri="{FF2B5EF4-FFF2-40B4-BE49-F238E27FC236}">
                <a16:creationId xmlns:a16="http://schemas.microsoft.com/office/drawing/2014/main" id="{EBEEC33C-B75E-8400-7EAC-F8726163B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3308350"/>
            <a:ext cx="768350" cy="5715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How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2/5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50229" name="Rectangle 21">
            <a:extLst>
              <a:ext uri="{FF2B5EF4-FFF2-40B4-BE49-F238E27FC236}">
                <a16:creationId xmlns:a16="http://schemas.microsoft.com/office/drawing/2014/main" id="{9D9DA7E4-9307-3D16-4784-21582F0D7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3290888"/>
            <a:ext cx="6223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Are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3/5</a:t>
            </a:r>
          </a:p>
        </p:txBody>
      </p:sp>
      <p:sp>
        <p:nvSpPr>
          <p:cNvPr id="350230" name="Rectangle 22">
            <a:extLst>
              <a:ext uri="{FF2B5EF4-FFF2-40B4-BE49-F238E27FC236}">
                <a16:creationId xmlns:a16="http://schemas.microsoft.com/office/drawing/2014/main" id="{A6DF51E6-F1E8-743B-5AAC-78BA1C76A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3290888"/>
            <a:ext cx="8413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4/5</a:t>
            </a:r>
          </a:p>
        </p:txBody>
      </p:sp>
      <p:sp>
        <p:nvSpPr>
          <p:cNvPr id="350231" name="Rectangle 23">
            <a:extLst>
              <a:ext uri="{FF2B5EF4-FFF2-40B4-BE49-F238E27FC236}">
                <a16:creationId xmlns:a16="http://schemas.microsoft.com/office/drawing/2014/main" id="{C60A98F5-6D00-50E2-0585-70C5A2889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3290888"/>
            <a:ext cx="4826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?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5/5</a:t>
            </a:r>
          </a:p>
        </p:txBody>
      </p:sp>
      <p:sp>
        <p:nvSpPr>
          <p:cNvPr id="350232" name="AutoShape 24">
            <a:extLst>
              <a:ext uri="{FF2B5EF4-FFF2-40B4-BE49-F238E27FC236}">
                <a16:creationId xmlns:a16="http://schemas.microsoft.com/office/drawing/2014/main" id="{627132B5-4B10-30D7-F3E7-FFDA2A57D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2330450"/>
            <a:ext cx="2152650" cy="1703388"/>
          </a:xfrm>
          <a:prstGeom prst="cloudCallout">
            <a:avLst>
              <a:gd name="adj1" fmla="val -1917"/>
              <a:gd name="adj2" fmla="val 88208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 </a:t>
            </a:r>
          </a:p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  <a:p>
            <a:endParaRPr lang="en-US" altLang="en-US"/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65060000-C1D1-A621-CA73-039DFF2F4F6C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737100"/>
            <a:ext cx="6119813" cy="1204913"/>
            <a:chOff x="846" y="2984"/>
            <a:chExt cx="3855" cy="759"/>
          </a:xfrm>
        </p:grpSpPr>
        <p:grpSp>
          <p:nvGrpSpPr>
            <p:cNvPr id="2101" name="Group 26">
              <a:extLst>
                <a:ext uri="{FF2B5EF4-FFF2-40B4-BE49-F238E27FC236}">
                  <a16:creationId xmlns:a16="http://schemas.microsoft.com/office/drawing/2014/main" id="{8268070C-FFF1-5F7C-E358-FE4E7325D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pic>
            <p:nvPicPr>
              <p:cNvPr id="2104" name="Picture 27">
                <a:extLst>
                  <a:ext uri="{FF2B5EF4-FFF2-40B4-BE49-F238E27FC236}">
                    <a16:creationId xmlns:a16="http://schemas.microsoft.com/office/drawing/2014/main" id="{1DB0488A-B859-24DB-0C17-FB035A2FAB01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6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05" name="Picture 28">
                <a:extLst>
                  <a:ext uri="{FF2B5EF4-FFF2-40B4-BE49-F238E27FC236}">
                    <a16:creationId xmlns:a16="http://schemas.microsoft.com/office/drawing/2014/main" id="{F3024DD4-CA5D-EC0B-A0A7-89AEA8291578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2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2106" name="AutoShape 29">
                <a:extLst>
                  <a:ext uri="{FF2B5EF4-FFF2-40B4-BE49-F238E27FC236}">
                    <a16:creationId xmlns:a16="http://schemas.microsoft.com/office/drawing/2014/main" id="{0400BD85-6A1C-0D6B-DD4B-A0341C6169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>
                <a:off x="1685" y="3364"/>
                <a:ext cx="2177" cy="0"/>
              </a:xfrm>
              <a:prstGeom prst="straightConnector1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02" name="Text Box 30">
              <a:extLst>
                <a:ext uri="{FF2B5EF4-FFF2-40B4-BE49-F238E27FC236}">
                  <a16:creationId xmlns:a16="http://schemas.microsoft.com/office/drawing/2014/main" id="{C21A35E5-BA31-8B09-F7F7-B5A93ED97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" y="309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A</a:t>
              </a:r>
            </a:p>
          </p:txBody>
        </p:sp>
        <p:sp>
          <p:nvSpPr>
            <p:cNvPr id="2103" name="Text Box 31">
              <a:extLst>
                <a:ext uri="{FF2B5EF4-FFF2-40B4-BE49-F238E27FC236}">
                  <a16:creationId xmlns:a16="http://schemas.microsoft.com/office/drawing/2014/main" id="{87075E4F-3B12-4BB0-647D-D13B588B4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3091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B</a:t>
              </a:r>
            </a:p>
          </p:txBody>
        </p:sp>
      </p:grpSp>
      <p:sp>
        <p:nvSpPr>
          <p:cNvPr id="350240" name="Rectangle 32">
            <a:extLst>
              <a:ext uri="{FF2B5EF4-FFF2-40B4-BE49-F238E27FC236}">
                <a16:creationId xmlns:a16="http://schemas.microsoft.com/office/drawing/2014/main" id="{665C973A-DFB9-69C3-E353-18C12341A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147888"/>
            <a:ext cx="7564438" cy="25638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50250" name="Rectangle 42">
            <a:extLst>
              <a:ext uri="{FF2B5EF4-FFF2-40B4-BE49-F238E27FC236}">
                <a16:creationId xmlns:a16="http://schemas.microsoft.com/office/drawing/2014/main" id="{31ADA9BF-81C6-1475-533E-0EE9C324D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2551113"/>
            <a:ext cx="40671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</p:txBody>
      </p:sp>
      <p:sp>
        <p:nvSpPr>
          <p:cNvPr id="350251" name="Rectangle 43">
            <a:extLst>
              <a:ext uri="{FF2B5EF4-FFF2-40B4-BE49-F238E27FC236}">
                <a16:creationId xmlns:a16="http://schemas.microsoft.com/office/drawing/2014/main" id="{B1C8257F-ADB6-74F3-0937-91DB7A075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3290888"/>
            <a:ext cx="928688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1/5</a:t>
            </a:r>
          </a:p>
        </p:txBody>
      </p:sp>
      <p:sp>
        <p:nvSpPr>
          <p:cNvPr id="350252" name="Rectangle 44">
            <a:extLst>
              <a:ext uri="{FF2B5EF4-FFF2-40B4-BE49-F238E27FC236}">
                <a16:creationId xmlns:a16="http://schemas.microsoft.com/office/drawing/2014/main" id="{5399983F-73FC-DB5F-9425-F3FCDDFDC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308350"/>
            <a:ext cx="768350" cy="5715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How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2/5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50253" name="Rectangle 45">
            <a:extLst>
              <a:ext uri="{FF2B5EF4-FFF2-40B4-BE49-F238E27FC236}">
                <a16:creationId xmlns:a16="http://schemas.microsoft.com/office/drawing/2014/main" id="{5EFC37F0-5F1E-BFA5-787C-FF54E87C4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3290888"/>
            <a:ext cx="6223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Are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3/5</a:t>
            </a:r>
          </a:p>
        </p:txBody>
      </p:sp>
      <p:sp>
        <p:nvSpPr>
          <p:cNvPr id="350254" name="Rectangle 46">
            <a:extLst>
              <a:ext uri="{FF2B5EF4-FFF2-40B4-BE49-F238E27FC236}">
                <a16:creationId xmlns:a16="http://schemas.microsoft.com/office/drawing/2014/main" id="{C954CB0E-0DC4-E614-D59C-6BD44B2EF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438" y="3290888"/>
            <a:ext cx="8413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4/5</a:t>
            </a:r>
          </a:p>
        </p:txBody>
      </p:sp>
      <p:sp>
        <p:nvSpPr>
          <p:cNvPr id="350255" name="Rectangle 47">
            <a:extLst>
              <a:ext uri="{FF2B5EF4-FFF2-40B4-BE49-F238E27FC236}">
                <a16:creationId xmlns:a16="http://schemas.microsoft.com/office/drawing/2014/main" id="{313C3B6C-BCDA-575F-BC95-0566D175C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3290888"/>
            <a:ext cx="4826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?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5/5</a:t>
            </a:r>
          </a:p>
        </p:txBody>
      </p:sp>
      <p:sp>
        <p:nvSpPr>
          <p:cNvPr id="350270" name="Rectangle 62">
            <a:extLst>
              <a:ext uri="{FF2B5EF4-FFF2-40B4-BE49-F238E27FC236}">
                <a16:creationId xmlns:a16="http://schemas.microsoft.com/office/drawing/2014/main" id="{39AF272E-B099-29BB-59BD-2504F21BD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4048125"/>
            <a:ext cx="928687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1/5</a:t>
            </a:r>
          </a:p>
        </p:txBody>
      </p:sp>
      <p:sp>
        <p:nvSpPr>
          <p:cNvPr id="350271" name="Rectangle 63">
            <a:extLst>
              <a:ext uri="{FF2B5EF4-FFF2-40B4-BE49-F238E27FC236}">
                <a16:creationId xmlns:a16="http://schemas.microsoft.com/office/drawing/2014/main" id="{5CF02BD6-1071-1327-EE90-7616991D0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4048125"/>
            <a:ext cx="768350" cy="5715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How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2/5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50272" name="Rectangle 64">
            <a:extLst>
              <a:ext uri="{FF2B5EF4-FFF2-40B4-BE49-F238E27FC236}">
                <a16:creationId xmlns:a16="http://schemas.microsoft.com/office/drawing/2014/main" id="{49C2C6F7-70AD-AF7A-B63B-ED6372B71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4048125"/>
            <a:ext cx="622300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Are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3/5</a:t>
            </a:r>
          </a:p>
        </p:txBody>
      </p:sp>
      <p:sp>
        <p:nvSpPr>
          <p:cNvPr id="350273" name="Rectangle 65">
            <a:extLst>
              <a:ext uri="{FF2B5EF4-FFF2-40B4-BE49-F238E27FC236}">
                <a16:creationId xmlns:a16="http://schemas.microsoft.com/office/drawing/2014/main" id="{D4F16548-5E85-65B6-96D9-BE8E559E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0" y="4048125"/>
            <a:ext cx="841375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4/5</a:t>
            </a:r>
          </a:p>
        </p:txBody>
      </p:sp>
      <p:sp>
        <p:nvSpPr>
          <p:cNvPr id="350274" name="Rectangle 66">
            <a:extLst>
              <a:ext uri="{FF2B5EF4-FFF2-40B4-BE49-F238E27FC236}">
                <a16:creationId xmlns:a16="http://schemas.microsoft.com/office/drawing/2014/main" id="{0C2994BE-5889-1AB7-C98F-15CC6C458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4048125"/>
            <a:ext cx="482600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?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5/5</a:t>
            </a:r>
          </a:p>
        </p:txBody>
      </p:sp>
      <p:grpSp>
        <p:nvGrpSpPr>
          <p:cNvPr id="9" name="Group 70">
            <a:extLst>
              <a:ext uri="{FF2B5EF4-FFF2-40B4-BE49-F238E27FC236}">
                <a16:creationId xmlns:a16="http://schemas.microsoft.com/office/drawing/2014/main" id="{0BAD8F7A-D601-090E-05F1-C6B19957D9E0}"/>
              </a:ext>
            </a:extLst>
          </p:cNvPr>
          <p:cNvGrpSpPr>
            <a:grpSpLocks/>
          </p:cNvGrpSpPr>
          <p:nvPr/>
        </p:nvGrpSpPr>
        <p:grpSpPr bwMode="auto">
          <a:xfrm>
            <a:off x="781050" y="2124075"/>
            <a:ext cx="7564438" cy="2617788"/>
            <a:chOff x="492" y="1338"/>
            <a:chExt cx="4765" cy="1649"/>
          </a:xfrm>
        </p:grpSpPr>
        <p:sp>
          <p:nvSpPr>
            <p:cNvPr id="2099" name="Rectangle 68">
              <a:extLst>
                <a:ext uri="{FF2B5EF4-FFF2-40B4-BE49-F238E27FC236}">
                  <a16:creationId xmlns:a16="http://schemas.microsoft.com/office/drawing/2014/main" id="{4910BB4C-0536-5C72-C496-0309D7BA0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338"/>
              <a:ext cx="4765" cy="1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00" name="AutoShape 69">
              <a:extLst>
                <a:ext uri="{FF2B5EF4-FFF2-40B4-BE49-F238E27FC236}">
                  <a16:creationId xmlns:a16="http://schemas.microsoft.com/office/drawing/2014/main" id="{3F98A9E9-83BF-DB72-69A6-9E1AA85D7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468"/>
              <a:ext cx="1356" cy="1073"/>
            </a:xfrm>
            <a:prstGeom prst="cloudCallout">
              <a:avLst>
                <a:gd name="adj1" fmla="val -1917"/>
                <a:gd name="adj2" fmla="val 88208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en-US">
                  <a:solidFill>
                    <a:schemeClr val="bg1"/>
                  </a:solidFill>
                </a:rPr>
                <a:t>Hello! How are  you ?</a:t>
              </a:r>
            </a:p>
            <a:p>
              <a:endParaRPr lang="en-US" altLang="en-US"/>
            </a:p>
          </p:txBody>
        </p:sp>
      </p:grpSp>
      <p:sp>
        <p:nvSpPr>
          <p:cNvPr id="2083" name="Date Placeholder 3">
            <a:extLst>
              <a:ext uri="{FF2B5EF4-FFF2-40B4-BE49-F238E27FC236}">
                <a16:creationId xmlns:a16="http://schemas.microsoft.com/office/drawing/2014/main" id="{6D98BDD6-26E8-C1A3-34E7-5A173B3BB81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51D27EE-2F66-49B3-A84B-6C875800A73A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84" name="Footer Placeholder 4">
            <a:extLst>
              <a:ext uri="{FF2B5EF4-FFF2-40B4-BE49-F238E27FC236}">
                <a16:creationId xmlns:a16="http://schemas.microsoft.com/office/drawing/2014/main" id="{01F5B2DD-E690-B0C5-912B-7746950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085" name="Slide Number Placeholder 5">
            <a:extLst>
              <a:ext uri="{FF2B5EF4-FFF2-40B4-BE49-F238E27FC236}">
                <a16:creationId xmlns:a16="http://schemas.microsoft.com/office/drawing/2014/main" id="{C07F91A3-3356-C2D8-637B-EB1E70B61E95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1D9FB3A0-AC00-4D78-8924-6AF1B64850EC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16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Trapezoid 50">
            <a:extLst>
              <a:ext uri="{FF2B5EF4-FFF2-40B4-BE49-F238E27FC236}">
                <a16:creationId xmlns:a16="http://schemas.microsoft.com/office/drawing/2014/main" id="{1B490CCD-CDE6-55EB-A023-A55DB5648463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2" name="Trapezoid 51">
            <a:extLst>
              <a:ext uri="{FF2B5EF4-FFF2-40B4-BE49-F238E27FC236}">
                <a16:creationId xmlns:a16="http://schemas.microsoft.com/office/drawing/2014/main" id="{C1E8A0B1-194C-8FCE-2AD8-977C6EFF5083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3" name="Trapezoid 52">
            <a:extLst>
              <a:ext uri="{FF2B5EF4-FFF2-40B4-BE49-F238E27FC236}">
                <a16:creationId xmlns:a16="http://schemas.microsoft.com/office/drawing/2014/main" id="{58306BA6-DA37-CFDE-5EAD-56B29FDBD2A4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4" name="Trapezoid 53">
            <a:extLst>
              <a:ext uri="{FF2B5EF4-FFF2-40B4-BE49-F238E27FC236}">
                <a16:creationId xmlns:a16="http://schemas.microsoft.com/office/drawing/2014/main" id="{76BA8FFE-4A55-7343-480B-AB509FD31440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98" name="TextBox 54">
            <a:extLst>
              <a:ext uri="{FF2B5EF4-FFF2-40B4-BE49-F238E27FC236}">
                <a16:creationId xmlns:a16="http://schemas.microsoft.com/office/drawing/2014/main" id="{8B14AE80-1EB2-420C-8376-3FAD09BA7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09550"/>
            <a:ext cx="56578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lvl="1"/>
            <a:r>
              <a:rPr lang="en-US" altLang="ja-JP" sz="2400"/>
              <a:t>Sequencing &amp; Reassembling</a:t>
            </a:r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50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8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2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0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4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5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5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5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5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5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26" grpId="0" animBg="1" autoUpdateAnimBg="0"/>
      <p:bldP spid="350227" grpId="0" animBg="1" autoUpdateAnimBg="0"/>
      <p:bldP spid="350228" grpId="0" animBg="1" autoUpdateAnimBg="0"/>
      <p:bldP spid="350229" grpId="0" animBg="1" autoUpdateAnimBg="0"/>
      <p:bldP spid="350230" grpId="0" animBg="1" autoUpdateAnimBg="0"/>
      <p:bldP spid="350231" grpId="0" animBg="1" autoUpdateAnimBg="0"/>
      <p:bldP spid="350232" grpId="0" animBg="1" autoUpdateAnimBg="0"/>
      <p:bldP spid="350240" grpId="0" animBg="1"/>
      <p:bldP spid="350250" grpId="0" animBg="1" autoUpdateAnimBg="0"/>
      <p:bldP spid="350251" grpId="0" animBg="1" autoUpdateAnimBg="0"/>
      <p:bldP spid="350252" grpId="0" animBg="1" autoUpdateAnimBg="0"/>
      <p:bldP spid="350253" grpId="0" animBg="1" autoUpdateAnimBg="0"/>
      <p:bldP spid="350254" grpId="0" animBg="1" autoUpdateAnimBg="0"/>
      <p:bldP spid="350255" grpId="0" animBg="1" autoUpdateAnimBg="0"/>
      <p:bldP spid="350270" grpId="0" animBg="1" autoUpdateAnimBg="0"/>
      <p:bldP spid="350271" grpId="0" animBg="1" autoUpdateAnimBg="0"/>
      <p:bldP spid="350272" grpId="0" animBg="1" autoUpdateAnimBg="0"/>
      <p:bldP spid="350273" grpId="0" animBg="1" autoUpdateAnimBg="0"/>
      <p:bldP spid="350274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3">
            <a:extLst>
              <a:ext uri="{FF2B5EF4-FFF2-40B4-BE49-F238E27FC236}">
                <a16:creationId xmlns:a16="http://schemas.microsoft.com/office/drawing/2014/main" id="{F3583DDB-F697-A87D-85C9-9735435E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436584A-47AA-4E47-B740-BC152C072F91}" type="slidenum">
              <a:rPr lang="en-US" altLang="en-US" sz="1200">
                <a:solidFill>
                  <a:srgbClr val="898989"/>
                </a:solidFill>
              </a:rPr>
              <a:pPr/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78">
            <a:extLst>
              <a:ext uri="{FF2B5EF4-FFF2-40B4-BE49-F238E27FC236}">
                <a16:creationId xmlns:a16="http://schemas.microsoft.com/office/drawing/2014/main" id="{8571961E-17CD-91AA-B20B-23CBF7F1B44E}"/>
              </a:ext>
            </a:extLst>
          </p:cNvPr>
          <p:cNvGrpSpPr>
            <a:grpSpLocks/>
          </p:cNvGrpSpPr>
          <p:nvPr/>
        </p:nvGrpSpPr>
        <p:grpSpPr bwMode="auto">
          <a:xfrm>
            <a:off x="1550988" y="4737100"/>
            <a:ext cx="5686425" cy="534988"/>
            <a:chOff x="969" y="2965"/>
            <a:chExt cx="3582" cy="337"/>
          </a:xfrm>
        </p:grpSpPr>
        <p:graphicFrame>
          <p:nvGraphicFramePr>
            <p:cNvPr id="3080" name="Object 1030">
              <a:extLst>
                <a:ext uri="{FF2B5EF4-FFF2-40B4-BE49-F238E27FC236}">
                  <a16:creationId xmlns:a16="http://schemas.microsoft.com/office/drawing/2014/main" id="{9AB3C6A5-2EC0-683F-29BA-EE8BAB6AEE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3080" name="Object 1030">
                          <a:extLst>
                            <a:ext uri="{FF2B5EF4-FFF2-40B4-BE49-F238E27FC236}">
                              <a16:creationId xmlns:a16="http://schemas.microsoft.com/office/drawing/2014/main" id="{9AB3C6A5-2EC0-683F-29BA-EE8BAB6AEEA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50" name="Rectangle 80">
              <a:extLst>
                <a:ext uri="{FF2B5EF4-FFF2-40B4-BE49-F238E27FC236}">
                  <a16:creationId xmlns:a16="http://schemas.microsoft.com/office/drawing/2014/main" id="{17A8B58F-473E-412B-A6E7-8E5E3899B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44902D4-E7E4-1A99-037D-4C454EEC9559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3079" name="Object 1029">
              <a:extLst>
                <a:ext uri="{FF2B5EF4-FFF2-40B4-BE49-F238E27FC236}">
                  <a16:creationId xmlns:a16="http://schemas.microsoft.com/office/drawing/2014/main" id="{082F2328-DABA-55AD-854D-3DC11FB920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3079" name="Object 1029">
                          <a:extLst>
                            <a:ext uri="{FF2B5EF4-FFF2-40B4-BE49-F238E27FC236}">
                              <a16:creationId xmlns:a16="http://schemas.microsoft.com/office/drawing/2014/main" id="{082F2328-DABA-55AD-854D-3DC11FB920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49" name="Rectangle 4">
              <a:extLst>
                <a:ext uri="{FF2B5EF4-FFF2-40B4-BE49-F238E27FC236}">
                  <a16:creationId xmlns:a16="http://schemas.microsoft.com/office/drawing/2014/main" id="{E29AC6C7-B78D-E2B7-D26D-868E063BF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" name="Group 5">
            <a:extLst>
              <a:ext uri="{FF2B5EF4-FFF2-40B4-BE49-F238E27FC236}">
                <a16:creationId xmlns:a16="http://schemas.microsoft.com/office/drawing/2014/main" id="{F452D453-AAD5-EA59-7710-58D1FC7B75EC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3078" name="Object 1028">
              <a:extLst>
                <a:ext uri="{FF2B5EF4-FFF2-40B4-BE49-F238E27FC236}">
                  <a16:creationId xmlns:a16="http://schemas.microsoft.com/office/drawing/2014/main" id="{8DCCC994-91CA-0B91-DD10-7B50B15F1D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3078" name="Object 1028">
                          <a:extLst>
                            <a:ext uri="{FF2B5EF4-FFF2-40B4-BE49-F238E27FC236}">
                              <a16:creationId xmlns:a16="http://schemas.microsoft.com/office/drawing/2014/main" id="{8DCCC994-91CA-0B91-DD10-7B50B15F1D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48" name="Rectangle 7">
              <a:extLst>
                <a:ext uri="{FF2B5EF4-FFF2-40B4-BE49-F238E27FC236}">
                  <a16:creationId xmlns:a16="http://schemas.microsoft.com/office/drawing/2014/main" id="{2854EA4A-69C5-3499-6692-CF469B2C3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63ECF4B0-51C5-15C2-5D61-6543CB6FEB97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3077" name="Object 1027">
              <a:extLst>
                <a:ext uri="{FF2B5EF4-FFF2-40B4-BE49-F238E27FC236}">
                  <a16:creationId xmlns:a16="http://schemas.microsoft.com/office/drawing/2014/main" id="{98EE6186-42C0-A609-BF50-4992D161BD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3077" name="Object 1027">
                          <a:extLst>
                            <a:ext uri="{FF2B5EF4-FFF2-40B4-BE49-F238E27FC236}">
                              <a16:creationId xmlns:a16="http://schemas.microsoft.com/office/drawing/2014/main" id="{98EE6186-42C0-A609-BF50-4992D161BD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47" name="Rectangle 10">
              <a:extLst>
                <a:ext uri="{FF2B5EF4-FFF2-40B4-BE49-F238E27FC236}">
                  <a16:creationId xmlns:a16="http://schemas.microsoft.com/office/drawing/2014/main" id="{AF72F0A7-1F7B-95EF-4997-B66C9E849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6" name="Group 11">
            <a:extLst>
              <a:ext uri="{FF2B5EF4-FFF2-40B4-BE49-F238E27FC236}">
                <a16:creationId xmlns:a16="http://schemas.microsoft.com/office/drawing/2014/main" id="{D9470696-1D46-6141-BF08-8BA5A2C40281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3076" name="Object 1026">
              <a:extLst>
                <a:ext uri="{FF2B5EF4-FFF2-40B4-BE49-F238E27FC236}">
                  <a16:creationId xmlns:a16="http://schemas.microsoft.com/office/drawing/2014/main" id="{EB4B4F8C-7802-60C4-E3A3-94266AE25F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3076" name="Object 1026">
                          <a:extLst>
                            <a:ext uri="{FF2B5EF4-FFF2-40B4-BE49-F238E27FC236}">
                              <a16:creationId xmlns:a16="http://schemas.microsoft.com/office/drawing/2014/main" id="{EB4B4F8C-7802-60C4-E3A3-94266AE25F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46" name="Rectangle 13">
              <a:extLst>
                <a:ext uri="{FF2B5EF4-FFF2-40B4-BE49-F238E27FC236}">
                  <a16:creationId xmlns:a16="http://schemas.microsoft.com/office/drawing/2014/main" id="{102AD45F-F74D-096C-B9C4-E81DBF0B7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7" name="Group 14">
            <a:extLst>
              <a:ext uri="{FF2B5EF4-FFF2-40B4-BE49-F238E27FC236}">
                <a16:creationId xmlns:a16="http://schemas.microsoft.com/office/drawing/2014/main" id="{A58A1A84-C177-4FA8-4EB2-3D5352DA7BA3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59325"/>
            <a:ext cx="5686425" cy="534988"/>
            <a:chOff x="969" y="2965"/>
            <a:chExt cx="3582" cy="337"/>
          </a:xfrm>
        </p:grpSpPr>
        <p:graphicFrame>
          <p:nvGraphicFramePr>
            <p:cNvPr id="3075" name="Object 1025">
              <a:extLst>
                <a:ext uri="{FF2B5EF4-FFF2-40B4-BE49-F238E27FC236}">
                  <a16:creationId xmlns:a16="http://schemas.microsoft.com/office/drawing/2014/main" id="{C5F4BDFC-957D-6963-8FD7-D258C3D478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3075" name="Object 1025">
                          <a:extLst>
                            <a:ext uri="{FF2B5EF4-FFF2-40B4-BE49-F238E27FC236}">
                              <a16:creationId xmlns:a16="http://schemas.microsoft.com/office/drawing/2014/main" id="{C5F4BDFC-957D-6963-8FD7-D258C3D478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45" name="Rectangle 16">
              <a:extLst>
                <a:ext uri="{FF2B5EF4-FFF2-40B4-BE49-F238E27FC236}">
                  <a16:creationId xmlns:a16="http://schemas.microsoft.com/office/drawing/2014/main" id="{9FEDD295-B358-BA2D-E441-DC0EC65FE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088" name="Rectangle 17">
            <a:extLst>
              <a:ext uri="{FF2B5EF4-FFF2-40B4-BE49-F238E27FC236}">
                <a16:creationId xmlns:a16="http://schemas.microsoft.com/office/drawing/2014/main" id="{C31550B6-83E1-D41C-B10B-66F39F955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Error Correction</a:t>
            </a:r>
            <a:endParaRPr lang="en-US" altLang="en-US" sz="240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1250" name="Rectangle 18">
            <a:extLst>
              <a:ext uri="{FF2B5EF4-FFF2-40B4-BE49-F238E27FC236}">
                <a16:creationId xmlns:a16="http://schemas.microsoft.com/office/drawing/2014/main" id="{48C95BB7-09F8-3D91-AAAD-5665324DA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2557463"/>
            <a:ext cx="40671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</p:txBody>
      </p:sp>
      <p:sp>
        <p:nvSpPr>
          <p:cNvPr id="351251" name="Rectangle 19">
            <a:extLst>
              <a:ext uri="{FF2B5EF4-FFF2-40B4-BE49-F238E27FC236}">
                <a16:creationId xmlns:a16="http://schemas.microsoft.com/office/drawing/2014/main" id="{5A2C8D46-CFF8-52B8-2554-3D13C66A7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3290888"/>
            <a:ext cx="928688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1/5</a:t>
            </a:r>
          </a:p>
        </p:txBody>
      </p:sp>
      <p:sp>
        <p:nvSpPr>
          <p:cNvPr id="351252" name="Rectangle 20">
            <a:extLst>
              <a:ext uri="{FF2B5EF4-FFF2-40B4-BE49-F238E27FC236}">
                <a16:creationId xmlns:a16="http://schemas.microsoft.com/office/drawing/2014/main" id="{4FDD19A9-F69F-08A8-299D-E91965076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3308350"/>
            <a:ext cx="768350" cy="5715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How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2/5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51253" name="Rectangle 21">
            <a:extLst>
              <a:ext uri="{FF2B5EF4-FFF2-40B4-BE49-F238E27FC236}">
                <a16:creationId xmlns:a16="http://schemas.microsoft.com/office/drawing/2014/main" id="{2EB03A4D-5B20-C4FC-CC43-A7F632ECA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3290888"/>
            <a:ext cx="6223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Are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3/5</a:t>
            </a:r>
          </a:p>
        </p:txBody>
      </p:sp>
      <p:sp>
        <p:nvSpPr>
          <p:cNvPr id="351254" name="Rectangle 22">
            <a:extLst>
              <a:ext uri="{FF2B5EF4-FFF2-40B4-BE49-F238E27FC236}">
                <a16:creationId xmlns:a16="http://schemas.microsoft.com/office/drawing/2014/main" id="{7A48BF7A-BCFB-68D1-E106-4780D047C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3290888"/>
            <a:ext cx="8413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4/5</a:t>
            </a:r>
          </a:p>
        </p:txBody>
      </p:sp>
      <p:sp>
        <p:nvSpPr>
          <p:cNvPr id="351255" name="Rectangle 23">
            <a:extLst>
              <a:ext uri="{FF2B5EF4-FFF2-40B4-BE49-F238E27FC236}">
                <a16:creationId xmlns:a16="http://schemas.microsoft.com/office/drawing/2014/main" id="{DD9EFFD2-2F9D-96EE-D398-ABD3D093B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3290888"/>
            <a:ext cx="4826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?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5/5</a:t>
            </a:r>
          </a:p>
        </p:txBody>
      </p:sp>
      <p:sp>
        <p:nvSpPr>
          <p:cNvPr id="351256" name="AutoShape 24">
            <a:extLst>
              <a:ext uri="{FF2B5EF4-FFF2-40B4-BE49-F238E27FC236}">
                <a16:creationId xmlns:a16="http://schemas.microsoft.com/office/drawing/2014/main" id="{A1EB15B8-1268-C9F4-14AE-D4D31ABDD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2330450"/>
            <a:ext cx="2152650" cy="1703388"/>
          </a:xfrm>
          <a:prstGeom prst="cloudCallout">
            <a:avLst>
              <a:gd name="adj1" fmla="val -1917"/>
              <a:gd name="adj2" fmla="val 88208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 </a:t>
            </a:r>
          </a:p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  <a:p>
            <a:endParaRPr lang="en-US" altLang="en-US"/>
          </a:p>
        </p:txBody>
      </p:sp>
      <p:sp>
        <p:nvSpPr>
          <p:cNvPr id="351264" name="Rectangle 32">
            <a:extLst>
              <a:ext uri="{FF2B5EF4-FFF2-40B4-BE49-F238E27FC236}">
                <a16:creationId xmlns:a16="http://schemas.microsoft.com/office/drawing/2014/main" id="{7641BBD8-6008-8E11-1E70-6C4F129BA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147888"/>
            <a:ext cx="7564438" cy="25638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51266" name="Rectangle 34">
            <a:extLst>
              <a:ext uri="{FF2B5EF4-FFF2-40B4-BE49-F238E27FC236}">
                <a16:creationId xmlns:a16="http://schemas.microsoft.com/office/drawing/2014/main" id="{F883B7FE-3F73-E6A0-1E25-FE7EBDEAA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3290888"/>
            <a:ext cx="928688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1/5</a:t>
            </a:r>
          </a:p>
        </p:txBody>
      </p:sp>
      <p:sp>
        <p:nvSpPr>
          <p:cNvPr id="351268" name="Rectangle 36">
            <a:extLst>
              <a:ext uri="{FF2B5EF4-FFF2-40B4-BE49-F238E27FC236}">
                <a16:creationId xmlns:a16="http://schemas.microsoft.com/office/drawing/2014/main" id="{ECBD31DD-F770-43C0-B11F-5FCFCD913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3290888"/>
            <a:ext cx="6223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Are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3/5</a:t>
            </a:r>
          </a:p>
        </p:txBody>
      </p:sp>
      <p:sp>
        <p:nvSpPr>
          <p:cNvPr id="351269" name="Rectangle 37">
            <a:extLst>
              <a:ext uri="{FF2B5EF4-FFF2-40B4-BE49-F238E27FC236}">
                <a16:creationId xmlns:a16="http://schemas.microsoft.com/office/drawing/2014/main" id="{C1274CDF-6635-5BDC-A57D-BB2DD24B9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438" y="3290888"/>
            <a:ext cx="8413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4/5</a:t>
            </a:r>
          </a:p>
        </p:txBody>
      </p:sp>
      <p:sp>
        <p:nvSpPr>
          <p:cNvPr id="351270" name="Rectangle 38">
            <a:extLst>
              <a:ext uri="{FF2B5EF4-FFF2-40B4-BE49-F238E27FC236}">
                <a16:creationId xmlns:a16="http://schemas.microsoft.com/office/drawing/2014/main" id="{963DE4A7-092C-F868-C7A2-47C7F30E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175" y="3290888"/>
            <a:ext cx="482600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?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5/5</a:t>
            </a:r>
          </a:p>
        </p:txBody>
      </p:sp>
      <p:sp>
        <p:nvSpPr>
          <p:cNvPr id="351271" name="Rectangle 39">
            <a:extLst>
              <a:ext uri="{FF2B5EF4-FFF2-40B4-BE49-F238E27FC236}">
                <a16:creationId xmlns:a16="http://schemas.microsoft.com/office/drawing/2014/main" id="{CB7CD16A-D457-7407-29EC-67B76B63C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2163" y="4048125"/>
            <a:ext cx="928687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1/5</a:t>
            </a:r>
          </a:p>
        </p:txBody>
      </p:sp>
      <p:sp>
        <p:nvSpPr>
          <p:cNvPr id="351273" name="Rectangle 41">
            <a:extLst>
              <a:ext uri="{FF2B5EF4-FFF2-40B4-BE49-F238E27FC236}">
                <a16:creationId xmlns:a16="http://schemas.microsoft.com/office/drawing/2014/main" id="{BBE799C6-10E3-1641-31F0-4EE92702F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4048125"/>
            <a:ext cx="622300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Are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3/5</a:t>
            </a:r>
          </a:p>
        </p:txBody>
      </p:sp>
      <p:sp>
        <p:nvSpPr>
          <p:cNvPr id="351274" name="Rectangle 42">
            <a:extLst>
              <a:ext uri="{FF2B5EF4-FFF2-40B4-BE49-F238E27FC236}">
                <a16:creationId xmlns:a16="http://schemas.microsoft.com/office/drawing/2014/main" id="{3DF27B63-683C-7AD0-1A81-1D0D77A00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0" y="4048125"/>
            <a:ext cx="841375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You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4/5</a:t>
            </a:r>
          </a:p>
        </p:txBody>
      </p:sp>
      <p:sp>
        <p:nvSpPr>
          <p:cNvPr id="351275" name="Rectangle 43">
            <a:extLst>
              <a:ext uri="{FF2B5EF4-FFF2-40B4-BE49-F238E27FC236}">
                <a16:creationId xmlns:a16="http://schemas.microsoft.com/office/drawing/2014/main" id="{DD7CEAFB-146B-C754-6888-C5F6D4557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4048125"/>
            <a:ext cx="482600" cy="58896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?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5/5</a:t>
            </a:r>
          </a:p>
        </p:txBody>
      </p:sp>
      <p:grpSp>
        <p:nvGrpSpPr>
          <p:cNvPr id="8" name="Group 75">
            <a:extLst>
              <a:ext uri="{FF2B5EF4-FFF2-40B4-BE49-F238E27FC236}">
                <a16:creationId xmlns:a16="http://schemas.microsoft.com/office/drawing/2014/main" id="{A55AFFC2-33B3-920A-C1EC-CBAFEB5AD3FA}"/>
              </a:ext>
            </a:extLst>
          </p:cNvPr>
          <p:cNvGrpSpPr>
            <a:grpSpLocks/>
          </p:cNvGrpSpPr>
          <p:nvPr/>
        </p:nvGrpSpPr>
        <p:grpSpPr bwMode="auto">
          <a:xfrm>
            <a:off x="1522413" y="4732338"/>
            <a:ext cx="5776912" cy="534987"/>
            <a:chOff x="959" y="3674"/>
            <a:chExt cx="3639" cy="337"/>
          </a:xfrm>
        </p:grpSpPr>
        <p:graphicFrame>
          <p:nvGraphicFramePr>
            <p:cNvPr id="3074" name="Object 1024">
              <a:extLst>
                <a:ext uri="{FF2B5EF4-FFF2-40B4-BE49-F238E27FC236}">
                  <a16:creationId xmlns:a16="http://schemas.microsoft.com/office/drawing/2014/main" id="{57899719-8206-3564-FD1D-9171869874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9" y="3674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1190476" imgH="1190476" progId="Paint.Picture">
                    <p:embed/>
                  </p:oleObj>
                </mc:Choice>
                <mc:Fallback>
                  <p:oleObj name="Bitmap Image" r:id="rId4" imgW="1190476" imgH="1190476" progId="Paint.Picture">
                    <p:embed/>
                    <p:pic>
                      <p:nvPicPr>
                        <p:cNvPr id="3074" name="Object 1024">
                          <a:extLst>
                            <a:ext uri="{FF2B5EF4-FFF2-40B4-BE49-F238E27FC236}">
                              <a16:creationId xmlns:a16="http://schemas.microsoft.com/office/drawing/2014/main" id="{57899719-8206-3564-FD1D-9171869874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959" y="3674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44" name="Rectangle 62">
              <a:extLst>
                <a:ext uri="{FF2B5EF4-FFF2-40B4-BE49-F238E27FC236}">
                  <a16:creationId xmlns:a16="http://schemas.microsoft.com/office/drawing/2014/main" id="{A59C3B7C-0124-93B4-17DA-A64D6821C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808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51279" name="Oval 47">
            <a:extLst>
              <a:ext uri="{FF2B5EF4-FFF2-40B4-BE49-F238E27FC236}">
                <a16:creationId xmlns:a16="http://schemas.microsoft.com/office/drawing/2014/main" id="{2A66F773-0D66-12D5-1B86-80561E24D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725" y="3130550"/>
            <a:ext cx="787400" cy="796925"/>
          </a:xfrm>
          <a:prstGeom prst="ellips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51282" name="AutoShape 50">
            <a:extLst>
              <a:ext uri="{FF2B5EF4-FFF2-40B4-BE49-F238E27FC236}">
                <a16:creationId xmlns:a16="http://schemas.microsoft.com/office/drawing/2014/main" id="{14B07AA6-8097-53C0-52E7-BB8E6A4AB989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4159250" y="2457450"/>
            <a:ext cx="430213" cy="931863"/>
          </a:xfrm>
          <a:prstGeom prst="upArrow">
            <a:avLst>
              <a:gd name="adj1" fmla="val 49074"/>
              <a:gd name="adj2" fmla="val 50180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51284" name="Text Box 52">
            <a:extLst>
              <a:ext uri="{FF2B5EF4-FFF2-40B4-BE49-F238E27FC236}">
                <a16:creationId xmlns:a16="http://schemas.microsoft.com/office/drawing/2014/main" id="{D27ABF2B-F54B-AF02-BB1E-D846355FD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2220913"/>
            <a:ext cx="2849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Segment Missing</a:t>
            </a:r>
          </a:p>
        </p:txBody>
      </p:sp>
      <p:sp>
        <p:nvSpPr>
          <p:cNvPr id="351315" name="Rectangle 83">
            <a:extLst>
              <a:ext uri="{FF2B5EF4-FFF2-40B4-BE49-F238E27FC236}">
                <a16:creationId xmlns:a16="http://schemas.microsoft.com/office/drawing/2014/main" id="{FEB12B1B-0849-E1B7-0379-F067B60F0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550" y="2205038"/>
            <a:ext cx="4375150" cy="2528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9" name="Group 91">
            <a:extLst>
              <a:ext uri="{FF2B5EF4-FFF2-40B4-BE49-F238E27FC236}">
                <a16:creationId xmlns:a16="http://schemas.microsoft.com/office/drawing/2014/main" id="{27656318-9385-0CB5-FD04-4397C80ABBB8}"/>
              </a:ext>
            </a:extLst>
          </p:cNvPr>
          <p:cNvGrpSpPr>
            <a:grpSpLocks/>
          </p:cNvGrpSpPr>
          <p:nvPr/>
        </p:nvGrpSpPr>
        <p:grpSpPr bwMode="auto">
          <a:xfrm>
            <a:off x="2387600" y="3303588"/>
            <a:ext cx="4067175" cy="588962"/>
            <a:chOff x="1504" y="277"/>
            <a:chExt cx="2562" cy="371"/>
          </a:xfrm>
        </p:grpSpPr>
        <p:sp>
          <p:nvSpPr>
            <p:cNvPr id="3140" name="Rectangle 85">
              <a:extLst>
                <a:ext uri="{FF2B5EF4-FFF2-40B4-BE49-F238E27FC236}">
                  <a16:creationId xmlns:a16="http://schemas.microsoft.com/office/drawing/2014/main" id="{CF396487-F346-9C6C-A066-76EEC59BF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77"/>
              <a:ext cx="585" cy="371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Hello!</a:t>
              </a:r>
            </a:p>
            <a:p>
              <a:r>
                <a:rPr lang="en-US" altLang="en-US" sz="1600">
                  <a:solidFill>
                    <a:schemeClr val="bg1"/>
                  </a:solidFill>
                </a:rPr>
                <a:t>1/5</a:t>
              </a:r>
            </a:p>
          </p:txBody>
        </p:sp>
        <p:sp>
          <p:nvSpPr>
            <p:cNvPr id="3141" name="Rectangle 86">
              <a:extLst>
                <a:ext uri="{FF2B5EF4-FFF2-40B4-BE49-F238E27FC236}">
                  <a16:creationId xmlns:a16="http://schemas.microsoft.com/office/drawing/2014/main" id="{A0499F74-1744-CF7A-0517-F7F44ACD2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277"/>
              <a:ext cx="392" cy="371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Are</a:t>
              </a:r>
            </a:p>
            <a:p>
              <a:r>
                <a:rPr lang="en-US" altLang="en-US" sz="1600">
                  <a:solidFill>
                    <a:schemeClr val="bg1"/>
                  </a:solidFill>
                </a:rPr>
                <a:t>3/5</a:t>
              </a:r>
            </a:p>
          </p:txBody>
        </p:sp>
        <p:sp>
          <p:nvSpPr>
            <p:cNvPr id="3142" name="Rectangle 87">
              <a:extLst>
                <a:ext uri="{FF2B5EF4-FFF2-40B4-BE49-F238E27FC236}">
                  <a16:creationId xmlns:a16="http://schemas.microsoft.com/office/drawing/2014/main" id="{3B87506A-3A54-9032-432D-29A61E8FF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5" y="277"/>
              <a:ext cx="530" cy="371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You</a:t>
              </a:r>
            </a:p>
            <a:p>
              <a:r>
                <a:rPr lang="en-US" altLang="en-US" sz="1600">
                  <a:solidFill>
                    <a:schemeClr val="bg1"/>
                  </a:solidFill>
                </a:rPr>
                <a:t>4/5</a:t>
              </a:r>
            </a:p>
          </p:txBody>
        </p:sp>
        <p:sp>
          <p:nvSpPr>
            <p:cNvPr id="3143" name="Rectangle 88">
              <a:extLst>
                <a:ext uri="{FF2B5EF4-FFF2-40B4-BE49-F238E27FC236}">
                  <a16:creationId xmlns:a16="http://schemas.microsoft.com/office/drawing/2014/main" id="{6AE1336D-5D8C-6FBF-079A-B598101EB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77"/>
              <a:ext cx="304" cy="371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?</a:t>
              </a:r>
            </a:p>
            <a:p>
              <a:r>
                <a:rPr lang="en-US" altLang="en-US" sz="1600">
                  <a:solidFill>
                    <a:schemeClr val="bg1"/>
                  </a:solidFill>
                </a:rPr>
                <a:t>5/5</a:t>
              </a:r>
            </a:p>
          </p:txBody>
        </p:sp>
      </p:grpSp>
      <p:sp>
        <p:nvSpPr>
          <p:cNvPr id="351322" name="Rectangle 90">
            <a:extLst>
              <a:ext uri="{FF2B5EF4-FFF2-40B4-BE49-F238E27FC236}">
                <a16:creationId xmlns:a16="http://schemas.microsoft.com/office/drawing/2014/main" id="{A9428EA7-4CF0-9D45-2B47-75563AF6D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4060825"/>
            <a:ext cx="768350" cy="5715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How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2/5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51324" name="Rectangle 92">
            <a:extLst>
              <a:ext uri="{FF2B5EF4-FFF2-40B4-BE49-F238E27FC236}">
                <a16:creationId xmlns:a16="http://schemas.microsoft.com/office/drawing/2014/main" id="{81594810-4E00-4044-7ECD-C74B1CD77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3294063"/>
            <a:ext cx="768350" cy="5715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How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2/5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51325" name="Rectangle 93">
            <a:extLst>
              <a:ext uri="{FF2B5EF4-FFF2-40B4-BE49-F238E27FC236}">
                <a16:creationId xmlns:a16="http://schemas.microsoft.com/office/drawing/2014/main" id="{2F844607-55EE-D868-FBBE-FEB92F2F8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2551113"/>
            <a:ext cx="4067175" cy="5889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</p:txBody>
      </p:sp>
      <p:grpSp>
        <p:nvGrpSpPr>
          <p:cNvPr id="10" name="Group 94">
            <a:extLst>
              <a:ext uri="{FF2B5EF4-FFF2-40B4-BE49-F238E27FC236}">
                <a16:creationId xmlns:a16="http://schemas.microsoft.com/office/drawing/2014/main" id="{CCBDEC89-52ED-C454-3A04-90A6D900919A}"/>
              </a:ext>
            </a:extLst>
          </p:cNvPr>
          <p:cNvGrpSpPr>
            <a:grpSpLocks/>
          </p:cNvGrpSpPr>
          <p:nvPr/>
        </p:nvGrpSpPr>
        <p:grpSpPr bwMode="auto">
          <a:xfrm>
            <a:off x="781050" y="2124075"/>
            <a:ext cx="7564438" cy="2617788"/>
            <a:chOff x="492" y="1338"/>
            <a:chExt cx="4765" cy="1649"/>
          </a:xfrm>
        </p:grpSpPr>
        <p:sp>
          <p:nvSpPr>
            <p:cNvPr id="3138" name="Rectangle 95">
              <a:extLst>
                <a:ext uri="{FF2B5EF4-FFF2-40B4-BE49-F238E27FC236}">
                  <a16:creationId xmlns:a16="http://schemas.microsoft.com/office/drawing/2014/main" id="{2F64FC9C-DED3-77E5-37D9-04C33F587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338"/>
              <a:ext cx="4765" cy="1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39" name="AutoShape 96">
              <a:extLst>
                <a:ext uri="{FF2B5EF4-FFF2-40B4-BE49-F238E27FC236}">
                  <a16:creationId xmlns:a16="http://schemas.microsoft.com/office/drawing/2014/main" id="{1EE87B79-8D0A-361A-891C-BCEF88B46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468"/>
              <a:ext cx="1356" cy="1073"/>
            </a:xfrm>
            <a:prstGeom prst="cloudCallout">
              <a:avLst>
                <a:gd name="adj1" fmla="val -1917"/>
                <a:gd name="adj2" fmla="val 88208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en-US">
                  <a:solidFill>
                    <a:schemeClr val="bg1"/>
                  </a:solidFill>
                </a:rPr>
                <a:t>Hello! How are  you ?</a:t>
              </a:r>
            </a:p>
            <a:p>
              <a:endParaRPr lang="en-US" altLang="en-US"/>
            </a:p>
          </p:txBody>
        </p:sp>
      </p:grpSp>
      <p:grpSp>
        <p:nvGrpSpPr>
          <p:cNvPr id="11" name="Group 97">
            <a:extLst>
              <a:ext uri="{FF2B5EF4-FFF2-40B4-BE49-F238E27FC236}">
                <a16:creationId xmlns:a16="http://schemas.microsoft.com/office/drawing/2014/main" id="{56FE8DB5-A646-99FE-C7BD-5DB92249F341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719638"/>
            <a:ext cx="6119813" cy="1204912"/>
            <a:chOff x="846" y="2984"/>
            <a:chExt cx="3855" cy="759"/>
          </a:xfrm>
        </p:grpSpPr>
        <p:grpSp>
          <p:nvGrpSpPr>
            <p:cNvPr id="3132" name="Group 98">
              <a:extLst>
                <a:ext uri="{FF2B5EF4-FFF2-40B4-BE49-F238E27FC236}">
                  <a16:creationId xmlns:a16="http://schemas.microsoft.com/office/drawing/2014/main" id="{4E252A33-2C97-D3AC-0896-1B6740CFE0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pic>
            <p:nvPicPr>
              <p:cNvPr id="3135" name="Picture 99">
                <a:extLst>
                  <a:ext uri="{FF2B5EF4-FFF2-40B4-BE49-F238E27FC236}">
                    <a16:creationId xmlns:a16="http://schemas.microsoft.com/office/drawing/2014/main" id="{011E2F50-D4E0-EF48-7726-ED6ADC396CF8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6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36" name="Picture 100">
                <a:extLst>
                  <a:ext uri="{FF2B5EF4-FFF2-40B4-BE49-F238E27FC236}">
                    <a16:creationId xmlns:a16="http://schemas.microsoft.com/office/drawing/2014/main" id="{9A3AB302-2D20-4FF4-71F2-9FCA61EDBB3C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2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3137" name="AutoShape 101">
                <a:extLst>
                  <a:ext uri="{FF2B5EF4-FFF2-40B4-BE49-F238E27FC236}">
                    <a16:creationId xmlns:a16="http://schemas.microsoft.com/office/drawing/2014/main" id="{B655714F-DB1B-92E6-6713-37734CE86D7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>
                <a:off x="1685" y="3364"/>
                <a:ext cx="2177" cy="0"/>
              </a:xfrm>
              <a:prstGeom prst="straightConnector1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133" name="Text Box 102">
              <a:extLst>
                <a:ext uri="{FF2B5EF4-FFF2-40B4-BE49-F238E27FC236}">
                  <a16:creationId xmlns:a16="http://schemas.microsoft.com/office/drawing/2014/main" id="{01B24E49-9BA2-F8CF-FBB4-A4F45A4B1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" y="309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A</a:t>
              </a:r>
            </a:p>
          </p:txBody>
        </p:sp>
        <p:sp>
          <p:nvSpPr>
            <p:cNvPr id="3134" name="Text Box 103">
              <a:extLst>
                <a:ext uri="{FF2B5EF4-FFF2-40B4-BE49-F238E27FC236}">
                  <a16:creationId xmlns:a16="http://schemas.microsoft.com/office/drawing/2014/main" id="{F165405B-90C9-8259-FE38-0BE4EEB65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3091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B</a:t>
              </a:r>
            </a:p>
          </p:txBody>
        </p:sp>
      </p:grpSp>
      <p:sp>
        <p:nvSpPr>
          <p:cNvPr id="3116" name="Date Placeholder 3">
            <a:extLst>
              <a:ext uri="{FF2B5EF4-FFF2-40B4-BE49-F238E27FC236}">
                <a16:creationId xmlns:a16="http://schemas.microsoft.com/office/drawing/2014/main" id="{094415A3-B050-4450-7571-123786D091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71EC02E-C28C-46BD-A157-19DECD2819F9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117" name="Footer Placeholder 4">
            <a:extLst>
              <a:ext uri="{FF2B5EF4-FFF2-40B4-BE49-F238E27FC236}">
                <a16:creationId xmlns:a16="http://schemas.microsoft.com/office/drawing/2014/main" id="{FB7EFE83-2106-F3A7-CF7C-94E2F6433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118" name="Slide Number Placeholder 5">
            <a:extLst>
              <a:ext uri="{FF2B5EF4-FFF2-40B4-BE49-F238E27FC236}">
                <a16:creationId xmlns:a16="http://schemas.microsoft.com/office/drawing/2014/main" id="{7AB05A9E-675D-2C41-4420-177B8666B7FD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776D5D09-3333-47B1-B7E5-81BFD5BE5153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17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6" name="Trapezoid 65">
            <a:extLst>
              <a:ext uri="{FF2B5EF4-FFF2-40B4-BE49-F238E27FC236}">
                <a16:creationId xmlns:a16="http://schemas.microsoft.com/office/drawing/2014/main" id="{1E8C15B9-E870-8772-99B9-616F30B73B8B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7" name="Trapezoid 66">
            <a:extLst>
              <a:ext uri="{FF2B5EF4-FFF2-40B4-BE49-F238E27FC236}">
                <a16:creationId xmlns:a16="http://schemas.microsoft.com/office/drawing/2014/main" id="{111DACE0-FAB2-D658-A42F-F954A47F15C6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8" name="Trapezoid 67">
            <a:extLst>
              <a:ext uri="{FF2B5EF4-FFF2-40B4-BE49-F238E27FC236}">
                <a16:creationId xmlns:a16="http://schemas.microsoft.com/office/drawing/2014/main" id="{CFD3DA6C-5859-54DD-B70D-E0750F900010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9" name="Trapezoid 68">
            <a:extLst>
              <a:ext uri="{FF2B5EF4-FFF2-40B4-BE49-F238E27FC236}">
                <a16:creationId xmlns:a16="http://schemas.microsoft.com/office/drawing/2014/main" id="{4E5E6EBA-3A5E-787A-1E79-1235B1D74379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131" name="TextBox 69">
            <a:extLst>
              <a:ext uri="{FF2B5EF4-FFF2-40B4-BE49-F238E27FC236}">
                <a16:creationId xmlns:a16="http://schemas.microsoft.com/office/drawing/2014/main" id="{D46A2F58-C5AC-72F1-1333-D1B2B9D8E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" y="228600"/>
            <a:ext cx="4191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lvl="1"/>
            <a:r>
              <a:rPr lang="en-US" altLang="ja-JP" sz="2400"/>
              <a:t>Error Correction</a:t>
            </a:r>
          </a:p>
          <a:p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51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8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2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0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4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5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5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51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51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5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5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5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5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5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51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51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5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50" grpId="0" animBg="1" autoUpdateAnimBg="0"/>
      <p:bldP spid="351251" grpId="0" animBg="1" autoUpdateAnimBg="0"/>
      <p:bldP spid="351252" grpId="0" animBg="1" autoUpdateAnimBg="0"/>
      <p:bldP spid="351253" grpId="0" animBg="1" autoUpdateAnimBg="0"/>
      <p:bldP spid="351254" grpId="0" animBg="1" autoUpdateAnimBg="0"/>
      <p:bldP spid="351255" grpId="0" animBg="1" autoUpdateAnimBg="0"/>
      <p:bldP spid="351256" grpId="0" animBg="1" autoUpdateAnimBg="0"/>
      <p:bldP spid="351264" grpId="0" animBg="1"/>
      <p:bldP spid="351266" grpId="0" animBg="1" autoUpdateAnimBg="0"/>
      <p:bldP spid="351268" grpId="0" animBg="1" autoUpdateAnimBg="0"/>
      <p:bldP spid="351269" grpId="0" animBg="1" autoUpdateAnimBg="0"/>
      <p:bldP spid="351270" grpId="0" animBg="1" autoUpdateAnimBg="0"/>
      <p:bldP spid="351271" grpId="0" animBg="1" autoUpdateAnimBg="0"/>
      <p:bldP spid="351273" grpId="0" animBg="1" autoUpdateAnimBg="0"/>
      <p:bldP spid="351274" grpId="0" animBg="1" autoUpdateAnimBg="0"/>
      <p:bldP spid="351275" grpId="0" animBg="1" autoUpdateAnimBg="0"/>
      <p:bldP spid="351279" grpId="0" animBg="1"/>
      <p:bldP spid="351282" grpId="0" animBg="1"/>
      <p:bldP spid="351284" grpId="0" autoUpdateAnimBg="0"/>
      <p:bldP spid="351315" grpId="0" animBg="1"/>
      <p:bldP spid="351322" grpId="0" animBg="1" autoUpdateAnimBg="0"/>
      <p:bldP spid="351324" grpId="0" animBg="1" autoUpdateAnimBg="0"/>
      <p:bldP spid="35132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9">
            <a:extLst>
              <a:ext uri="{FF2B5EF4-FFF2-40B4-BE49-F238E27FC236}">
                <a16:creationId xmlns:a16="http://schemas.microsoft.com/office/drawing/2014/main" id="{E4CC5587-D800-9793-87AA-4B2174669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190500"/>
            <a:ext cx="7772400" cy="1143000"/>
          </a:xfrm>
          <a:noFill/>
        </p:spPr>
        <p:txBody>
          <a:bodyPr lIns="92075" tIns="46038" rIns="92075" bIns="46038"/>
          <a:lstStyle/>
          <a:p>
            <a:pPr algn="l">
              <a:spcBef>
                <a:spcPct val="20000"/>
              </a:spcBef>
            </a:pPr>
            <a:r>
              <a:rPr lang="en-US" altLang="en-US" sz="2400" b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Flow Control</a:t>
            </a:r>
          </a:p>
        </p:txBody>
      </p:sp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646994D2-95FF-CDD4-2F25-0A0B9026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3768704-E2A6-46E3-BC87-EBECAA4A1A92}" type="slidenum">
              <a:rPr lang="en-US" altLang="en-US" sz="1200">
                <a:solidFill>
                  <a:srgbClr val="898989"/>
                </a:solidFill>
              </a:rPr>
              <a:pPr/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F0C209D8-61E1-951F-F396-6247977C4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1473200"/>
            <a:ext cx="22526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US" altLang="en-US">
                <a:solidFill>
                  <a:srgbClr val="008AAE"/>
                </a:solidFill>
                <a:latin typeface="Arial" panose="020B0604020202020204" pitchFamily="34" charset="0"/>
              </a:rPr>
              <a:t>Window Size = 1</a:t>
            </a:r>
          </a:p>
        </p:txBody>
      </p:sp>
      <p:sp>
        <p:nvSpPr>
          <p:cNvPr id="416772" name="Rectangle 4">
            <a:extLst>
              <a:ext uri="{FF2B5EF4-FFF2-40B4-BE49-F238E27FC236}">
                <a16:creationId xmlns:a16="http://schemas.microsoft.com/office/drawing/2014/main" id="{6AF2140C-8AA9-C970-A91C-304933E4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013" y="1876425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1</a:t>
            </a:r>
          </a:p>
        </p:txBody>
      </p:sp>
      <p:sp>
        <p:nvSpPr>
          <p:cNvPr id="416774" name="Line 6">
            <a:extLst>
              <a:ext uri="{FF2B5EF4-FFF2-40B4-BE49-F238E27FC236}">
                <a16:creationId xmlns:a16="http://schemas.microsoft.com/office/drawing/2014/main" id="{1FFC93E2-019E-C217-47C4-56F786F2F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6763" y="2146300"/>
            <a:ext cx="2259012" cy="0"/>
          </a:xfrm>
          <a:prstGeom prst="line">
            <a:avLst/>
          </a:prstGeom>
          <a:noFill/>
          <a:ln w="50800">
            <a:solidFill>
              <a:srgbClr val="FF2A35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775" name="Rectangle 7">
            <a:extLst>
              <a:ext uri="{FF2B5EF4-FFF2-40B4-BE49-F238E27FC236}">
                <a16:creationId xmlns:a16="http://schemas.microsoft.com/office/drawing/2014/main" id="{563607F9-88A9-03F4-C5E8-EE28D90A7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1890713"/>
            <a:ext cx="1355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Receive 1</a:t>
            </a:r>
          </a:p>
          <a:p>
            <a:pPr algn="l"/>
            <a:r>
              <a:rPr lang="en-US" altLang="en-US">
                <a:solidFill>
                  <a:srgbClr val="000000"/>
                </a:solidFill>
              </a:rPr>
              <a:t>Ack 2</a:t>
            </a:r>
          </a:p>
        </p:txBody>
      </p:sp>
      <p:sp>
        <p:nvSpPr>
          <p:cNvPr id="416776" name="Line 8">
            <a:extLst>
              <a:ext uri="{FF2B5EF4-FFF2-40B4-BE49-F238E27FC236}">
                <a16:creationId xmlns:a16="http://schemas.microsoft.com/office/drawing/2014/main" id="{CF600D83-4BD6-13F1-BD81-17F9679C6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6763" y="1881188"/>
            <a:ext cx="0" cy="1477962"/>
          </a:xfrm>
          <a:prstGeom prst="line">
            <a:avLst/>
          </a:prstGeom>
          <a:noFill/>
          <a:ln w="508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777" name="Line 9">
            <a:extLst>
              <a:ext uri="{FF2B5EF4-FFF2-40B4-BE49-F238E27FC236}">
                <a16:creationId xmlns:a16="http://schemas.microsoft.com/office/drawing/2014/main" id="{1450B6E3-1481-3112-5314-9B1C77643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7050" y="1881188"/>
            <a:ext cx="0" cy="1477962"/>
          </a:xfrm>
          <a:prstGeom prst="line">
            <a:avLst/>
          </a:prstGeom>
          <a:noFill/>
          <a:ln w="50800">
            <a:solidFill>
              <a:srgbClr val="00FF78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780" name="Line 12">
            <a:extLst>
              <a:ext uri="{FF2B5EF4-FFF2-40B4-BE49-F238E27FC236}">
                <a16:creationId xmlns:a16="http://schemas.microsoft.com/office/drawing/2014/main" id="{FDD5D5F1-5265-AF3C-A6F9-0315959FB6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3738" y="2325688"/>
            <a:ext cx="2335212" cy="265112"/>
          </a:xfrm>
          <a:prstGeom prst="line">
            <a:avLst/>
          </a:prstGeom>
          <a:noFill/>
          <a:ln w="50800">
            <a:solidFill>
              <a:srgbClr val="00FF78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781" name="Rectangle 13">
            <a:extLst>
              <a:ext uri="{FF2B5EF4-FFF2-40B4-BE49-F238E27FC236}">
                <a16:creationId xmlns:a16="http://schemas.microsoft.com/office/drawing/2014/main" id="{64497A05-7856-FD25-0450-717D7AD4E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2581275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2</a:t>
            </a:r>
          </a:p>
        </p:txBody>
      </p:sp>
      <p:sp>
        <p:nvSpPr>
          <p:cNvPr id="416783" name="Line 15">
            <a:extLst>
              <a:ext uri="{FF2B5EF4-FFF2-40B4-BE49-F238E27FC236}">
                <a16:creationId xmlns:a16="http://schemas.microsoft.com/office/drawing/2014/main" id="{BD21178B-3216-00CB-FC84-6F3B31AD81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0" y="2797175"/>
            <a:ext cx="2351088" cy="0"/>
          </a:xfrm>
          <a:prstGeom prst="line">
            <a:avLst/>
          </a:prstGeom>
          <a:noFill/>
          <a:ln w="50800">
            <a:solidFill>
              <a:srgbClr val="FF2A35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784" name="Rectangle 16">
            <a:extLst>
              <a:ext uri="{FF2B5EF4-FFF2-40B4-BE49-F238E27FC236}">
                <a16:creationId xmlns:a16="http://schemas.microsoft.com/office/drawing/2014/main" id="{1C46F14F-878E-4315-A7AA-43258CE8A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2555875"/>
            <a:ext cx="1355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Receive 2</a:t>
            </a:r>
          </a:p>
          <a:p>
            <a:pPr algn="l"/>
            <a:r>
              <a:rPr lang="en-US" altLang="en-US">
                <a:solidFill>
                  <a:srgbClr val="000000"/>
                </a:solidFill>
              </a:rPr>
              <a:t>Ack 3</a:t>
            </a:r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6787" name="Line 19">
            <a:extLst>
              <a:ext uri="{FF2B5EF4-FFF2-40B4-BE49-F238E27FC236}">
                <a16:creationId xmlns:a16="http://schemas.microsoft.com/office/drawing/2014/main" id="{5CB15269-2438-2FD7-71DE-A4B919D808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3425" y="2944813"/>
            <a:ext cx="2276475" cy="266700"/>
          </a:xfrm>
          <a:prstGeom prst="line">
            <a:avLst/>
          </a:prstGeom>
          <a:noFill/>
          <a:ln w="50800">
            <a:solidFill>
              <a:srgbClr val="00FF78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788" name="Rectangle 20">
            <a:extLst>
              <a:ext uri="{FF2B5EF4-FFF2-40B4-BE49-F238E27FC236}">
                <a16:creationId xmlns:a16="http://schemas.microsoft.com/office/drawing/2014/main" id="{DBD0B6F8-1730-0368-C859-186B5B831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3725863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3</a:t>
            </a:r>
          </a:p>
        </p:txBody>
      </p:sp>
      <p:sp>
        <p:nvSpPr>
          <p:cNvPr id="416789" name="Rectangle 21">
            <a:extLst>
              <a:ext uri="{FF2B5EF4-FFF2-40B4-BE49-F238E27FC236}">
                <a16:creationId xmlns:a16="http://schemas.microsoft.com/office/drawing/2014/main" id="{F74B4D4A-7B65-74C6-5835-666931DB8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4044950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4</a:t>
            </a:r>
          </a:p>
        </p:txBody>
      </p:sp>
      <p:sp>
        <p:nvSpPr>
          <p:cNvPr id="416794" name="Rectangle 26">
            <a:extLst>
              <a:ext uri="{FF2B5EF4-FFF2-40B4-BE49-F238E27FC236}">
                <a16:creationId xmlns:a16="http://schemas.microsoft.com/office/drawing/2014/main" id="{C903729B-A7F2-C0BA-3EA3-54FB27D54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3808413"/>
            <a:ext cx="1355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Receive 3</a:t>
            </a:r>
          </a:p>
        </p:txBody>
      </p:sp>
      <p:sp>
        <p:nvSpPr>
          <p:cNvPr id="416795" name="Line 27">
            <a:extLst>
              <a:ext uri="{FF2B5EF4-FFF2-40B4-BE49-F238E27FC236}">
                <a16:creationId xmlns:a16="http://schemas.microsoft.com/office/drawing/2014/main" id="{E557E686-0612-9255-5126-F9723AA3CD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450" y="3729038"/>
            <a:ext cx="0" cy="1479550"/>
          </a:xfrm>
          <a:prstGeom prst="line">
            <a:avLst/>
          </a:prstGeom>
          <a:noFill/>
          <a:ln w="508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796" name="Rectangle 28">
            <a:extLst>
              <a:ext uri="{FF2B5EF4-FFF2-40B4-BE49-F238E27FC236}">
                <a16:creationId xmlns:a16="http://schemas.microsoft.com/office/drawing/2014/main" id="{1FBA6866-5568-9D25-E887-A7AAD5927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4044950"/>
            <a:ext cx="1355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Receive 4</a:t>
            </a:r>
          </a:p>
        </p:txBody>
      </p:sp>
      <p:sp>
        <p:nvSpPr>
          <p:cNvPr id="416797" name="Line 29">
            <a:extLst>
              <a:ext uri="{FF2B5EF4-FFF2-40B4-BE49-F238E27FC236}">
                <a16:creationId xmlns:a16="http://schemas.microsoft.com/office/drawing/2014/main" id="{1D6B9002-A9C4-565F-2E9C-07F96A359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6100" y="3729038"/>
            <a:ext cx="0" cy="1479550"/>
          </a:xfrm>
          <a:prstGeom prst="line">
            <a:avLst/>
          </a:prstGeom>
          <a:noFill/>
          <a:ln w="50800">
            <a:solidFill>
              <a:srgbClr val="00FF78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799" name="Rectangle 31">
            <a:extLst>
              <a:ext uri="{FF2B5EF4-FFF2-40B4-BE49-F238E27FC236}">
                <a16:creationId xmlns:a16="http://schemas.microsoft.com/office/drawing/2014/main" id="{8CCB448F-9089-919D-F44E-65B927F39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3328988"/>
            <a:ext cx="2252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US" altLang="en-US">
                <a:solidFill>
                  <a:srgbClr val="008AAE"/>
                </a:solidFill>
                <a:latin typeface="Arial" panose="020B0604020202020204" pitchFamily="34" charset="0"/>
              </a:rPr>
              <a:t>Window Size = 3</a:t>
            </a:r>
          </a:p>
        </p:txBody>
      </p:sp>
      <p:sp>
        <p:nvSpPr>
          <p:cNvPr id="416800" name="Rectangle 32">
            <a:extLst>
              <a:ext uri="{FF2B5EF4-FFF2-40B4-BE49-F238E27FC236}">
                <a16:creationId xmlns:a16="http://schemas.microsoft.com/office/drawing/2014/main" id="{5665D054-9341-2323-92BF-CC1A77750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4365625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5</a:t>
            </a:r>
          </a:p>
        </p:txBody>
      </p:sp>
      <p:sp>
        <p:nvSpPr>
          <p:cNvPr id="416803" name="Rectangle 35">
            <a:extLst>
              <a:ext uri="{FF2B5EF4-FFF2-40B4-BE49-F238E27FC236}">
                <a16:creationId xmlns:a16="http://schemas.microsoft.com/office/drawing/2014/main" id="{BF472B21-CF7B-A978-642D-76122861A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4319588"/>
            <a:ext cx="1355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Receive 5</a:t>
            </a:r>
          </a:p>
        </p:txBody>
      </p:sp>
      <p:sp>
        <p:nvSpPr>
          <p:cNvPr id="416804" name="Rectangle 36">
            <a:extLst>
              <a:ext uri="{FF2B5EF4-FFF2-40B4-BE49-F238E27FC236}">
                <a16:creationId xmlns:a16="http://schemas.microsoft.com/office/drawing/2014/main" id="{11E358F0-FFAF-91B6-BCBC-75126F8CF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4556125"/>
            <a:ext cx="862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Ack 6</a:t>
            </a:r>
          </a:p>
        </p:txBody>
      </p:sp>
      <p:sp>
        <p:nvSpPr>
          <p:cNvPr id="416807" name="Rectangle 39">
            <a:extLst>
              <a:ext uri="{FF2B5EF4-FFF2-40B4-BE49-F238E27FC236}">
                <a16:creationId xmlns:a16="http://schemas.microsoft.com/office/drawing/2014/main" id="{FF9458E7-2D5D-6254-FB28-B8783A146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4864100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7</a:t>
            </a: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810BA645-1007-3AF2-91FF-3983B2E20955}"/>
              </a:ext>
            </a:extLst>
          </p:cNvPr>
          <p:cNvGrpSpPr>
            <a:grpSpLocks/>
          </p:cNvGrpSpPr>
          <p:nvPr/>
        </p:nvGrpSpPr>
        <p:grpSpPr bwMode="auto">
          <a:xfrm>
            <a:off x="1287463" y="5173663"/>
            <a:ext cx="6119812" cy="1204912"/>
            <a:chOff x="846" y="2984"/>
            <a:chExt cx="3855" cy="759"/>
          </a:xfrm>
        </p:grpSpPr>
        <p:grpSp>
          <p:nvGrpSpPr>
            <p:cNvPr id="24623" name="Group 43">
              <a:extLst>
                <a:ext uri="{FF2B5EF4-FFF2-40B4-BE49-F238E27FC236}">
                  <a16:creationId xmlns:a16="http://schemas.microsoft.com/office/drawing/2014/main" id="{4B1419E2-7F4F-19B0-420B-1A07E1AEC4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pic>
            <p:nvPicPr>
              <p:cNvPr id="24626" name="Picture 44">
                <a:extLst>
                  <a:ext uri="{FF2B5EF4-FFF2-40B4-BE49-F238E27FC236}">
                    <a16:creationId xmlns:a16="http://schemas.microsoft.com/office/drawing/2014/main" id="{910A243A-CBF1-5B70-5405-C91A981EB95F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6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27" name="Picture 45">
                <a:extLst>
                  <a:ext uri="{FF2B5EF4-FFF2-40B4-BE49-F238E27FC236}">
                    <a16:creationId xmlns:a16="http://schemas.microsoft.com/office/drawing/2014/main" id="{F5A66124-473A-85C6-0F16-76507D6F0B24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2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24628" name="AutoShape 46">
                <a:extLst>
                  <a:ext uri="{FF2B5EF4-FFF2-40B4-BE49-F238E27FC236}">
                    <a16:creationId xmlns:a16="http://schemas.microsoft.com/office/drawing/2014/main" id="{367D7694-E0A5-77D7-24E8-BF1D67FAC3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>
                <a:off x="1685" y="3364"/>
                <a:ext cx="2177" cy="0"/>
              </a:xfrm>
              <a:prstGeom prst="straightConnector1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4624" name="Text Box 47">
              <a:extLst>
                <a:ext uri="{FF2B5EF4-FFF2-40B4-BE49-F238E27FC236}">
                  <a16:creationId xmlns:a16="http://schemas.microsoft.com/office/drawing/2014/main" id="{B6D640D3-88F9-7F20-5AD2-EE659F60D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" y="309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A</a:t>
              </a:r>
            </a:p>
          </p:txBody>
        </p:sp>
        <p:sp>
          <p:nvSpPr>
            <p:cNvPr id="24625" name="Text Box 48">
              <a:extLst>
                <a:ext uri="{FF2B5EF4-FFF2-40B4-BE49-F238E27FC236}">
                  <a16:creationId xmlns:a16="http://schemas.microsoft.com/office/drawing/2014/main" id="{EA315F51-6AC8-32BF-726A-378C3E1E4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3091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B</a:t>
              </a:r>
            </a:p>
          </p:txBody>
        </p:sp>
      </p:grpSp>
      <p:sp>
        <p:nvSpPr>
          <p:cNvPr id="416818" name="Line 50">
            <a:extLst>
              <a:ext uri="{FF2B5EF4-FFF2-40B4-BE49-F238E27FC236}">
                <a16:creationId xmlns:a16="http://schemas.microsoft.com/office/drawing/2014/main" id="{317FC851-2873-211B-F0FB-2FDE961D0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3959225"/>
            <a:ext cx="2351088" cy="0"/>
          </a:xfrm>
          <a:prstGeom prst="line">
            <a:avLst/>
          </a:prstGeom>
          <a:noFill/>
          <a:ln w="50800">
            <a:solidFill>
              <a:srgbClr val="FF2A35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819" name="Line 51">
            <a:extLst>
              <a:ext uri="{FF2B5EF4-FFF2-40B4-BE49-F238E27FC236}">
                <a16:creationId xmlns:a16="http://schemas.microsoft.com/office/drawing/2014/main" id="{9A8E2564-409B-0A17-E830-BF71AEE6FF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8350" y="4302125"/>
            <a:ext cx="2351088" cy="0"/>
          </a:xfrm>
          <a:prstGeom prst="line">
            <a:avLst/>
          </a:prstGeom>
          <a:noFill/>
          <a:ln w="50800">
            <a:solidFill>
              <a:srgbClr val="FF2A35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820" name="Line 52">
            <a:extLst>
              <a:ext uri="{FF2B5EF4-FFF2-40B4-BE49-F238E27FC236}">
                <a16:creationId xmlns:a16="http://schemas.microsoft.com/office/drawing/2014/main" id="{A42A7D90-E7A6-C67C-9EEC-3FB1517F3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8350" y="4587875"/>
            <a:ext cx="2351088" cy="0"/>
          </a:xfrm>
          <a:prstGeom prst="line">
            <a:avLst/>
          </a:prstGeom>
          <a:noFill/>
          <a:ln w="50800">
            <a:solidFill>
              <a:srgbClr val="FF2A35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6821" name="Line 53">
            <a:extLst>
              <a:ext uri="{FF2B5EF4-FFF2-40B4-BE49-F238E27FC236}">
                <a16:creationId xmlns:a16="http://schemas.microsoft.com/office/drawing/2014/main" id="{010B3D8C-5A33-9683-27D6-260DA2B2DA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9625" y="4773613"/>
            <a:ext cx="2276475" cy="266700"/>
          </a:xfrm>
          <a:prstGeom prst="line">
            <a:avLst/>
          </a:prstGeom>
          <a:noFill/>
          <a:ln w="50800">
            <a:solidFill>
              <a:srgbClr val="00FF78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607" name="Date Placeholder 3">
            <a:extLst>
              <a:ext uri="{FF2B5EF4-FFF2-40B4-BE49-F238E27FC236}">
                <a16:creationId xmlns:a16="http://schemas.microsoft.com/office/drawing/2014/main" id="{15029AA8-8177-9B19-45D7-5950FC72EC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29915E6-81E1-4A86-BBEF-83CE49DC0843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4608" name="Footer Placeholder 4">
            <a:extLst>
              <a:ext uri="{FF2B5EF4-FFF2-40B4-BE49-F238E27FC236}">
                <a16:creationId xmlns:a16="http://schemas.microsoft.com/office/drawing/2014/main" id="{72529A98-77C0-4B21-728F-EED3A74F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4609" name="Slide Number Placeholder 5">
            <a:extLst>
              <a:ext uri="{FF2B5EF4-FFF2-40B4-BE49-F238E27FC236}">
                <a16:creationId xmlns:a16="http://schemas.microsoft.com/office/drawing/2014/main" id="{C0F54599-85BE-74EE-273E-CBC305975DBA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7056D7A7-6B9F-4059-8C7E-21C32FF4048C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18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DFA2C660-E384-D6BF-120C-772D5BE810D6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" name="Trapezoid 40">
            <a:extLst>
              <a:ext uri="{FF2B5EF4-FFF2-40B4-BE49-F238E27FC236}">
                <a16:creationId xmlns:a16="http://schemas.microsoft.com/office/drawing/2014/main" id="{219461E6-4F58-1BE4-2CAD-79BE5B50849E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AF240C16-A1C6-E1D7-3225-62EB016B0757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828E053C-75DA-60A2-65C3-E8199292AABD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4622" name="TextBox 43">
            <a:extLst>
              <a:ext uri="{FF2B5EF4-FFF2-40B4-BE49-F238E27FC236}">
                <a16:creationId xmlns:a16="http://schemas.microsoft.com/office/drawing/2014/main" id="{2EDB98E3-DBA7-93D9-F964-8ABEC06FA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81000" y="228600"/>
            <a:ext cx="42481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lvl="1"/>
            <a:r>
              <a:rPr lang="en-US" altLang="ja-JP" sz="2400"/>
              <a:t>Flow Control</a:t>
            </a:r>
          </a:p>
          <a:p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16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1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41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1" grpId="0"/>
      <p:bldP spid="416772" grpId="0"/>
      <p:bldP spid="416775" grpId="0"/>
      <p:bldP spid="416781" grpId="0"/>
      <p:bldP spid="416784" grpId="0"/>
      <p:bldP spid="416788" grpId="0"/>
      <p:bldP spid="416789" grpId="0"/>
      <p:bldP spid="416794" grpId="0"/>
      <p:bldP spid="416796" grpId="0"/>
      <p:bldP spid="416799" grpId="0"/>
      <p:bldP spid="416800" grpId="0"/>
      <p:bldP spid="416803" grpId="0"/>
      <p:bldP spid="416804" grpId="0"/>
      <p:bldP spid="41680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7">
            <a:extLst>
              <a:ext uri="{FF2B5EF4-FFF2-40B4-BE49-F238E27FC236}">
                <a16:creationId xmlns:a16="http://schemas.microsoft.com/office/drawing/2014/main" id="{2CD8B09D-BC09-0165-D108-E2B94223C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190500"/>
            <a:ext cx="7772400" cy="1143000"/>
          </a:xfrm>
          <a:noFill/>
        </p:spPr>
        <p:txBody>
          <a:bodyPr lIns="92075" tIns="46038" rIns="92075" bIns="46038"/>
          <a:lstStyle/>
          <a:p>
            <a:pPr algn="l">
              <a:spcBef>
                <a:spcPct val="20000"/>
              </a:spcBef>
            </a:pPr>
            <a:r>
              <a:rPr lang="en-US" altLang="en-US" sz="2400" b="1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Error Correction</a:t>
            </a:r>
          </a:p>
        </p:txBody>
      </p:sp>
      <p:sp>
        <p:nvSpPr>
          <p:cNvPr id="57" name="Slide Number Placeholder 4">
            <a:extLst>
              <a:ext uri="{FF2B5EF4-FFF2-40B4-BE49-F238E27FC236}">
                <a16:creationId xmlns:a16="http://schemas.microsoft.com/office/drawing/2014/main" id="{C655E699-4E14-86C6-FCB5-E2660A02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5C7A1B7-471C-4C1D-A0E8-63A1C276005F}" type="slidenum">
              <a:rPr lang="en-US" altLang="en-US" sz="1200">
                <a:solidFill>
                  <a:srgbClr val="898989"/>
                </a:solidFill>
              </a:rPr>
              <a:pPr/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17794" name="Rectangle 2">
            <a:extLst>
              <a:ext uri="{FF2B5EF4-FFF2-40B4-BE49-F238E27FC236}">
                <a16:creationId xmlns:a16="http://schemas.microsoft.com/office/drawing/2014/main" id="{B6BCDC5B-4E4F-98A9-E8D6-0C4852DA0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3271838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2</a:t>
            </a:r>
          </a:p>
        </p:txBody>
      </p:sp>
      <p:sp>
        <p:nvSpPr>
          <p:cNvPr id="417795" name="Rectangle 3">
            <a:extLst>
              <a:ext uri="{FF2B5EF4-FFF2-40B4-BE49-F238E27FC236}">
                <a16:creationId xmlns:a16="http://schemas.microsoft.com/office/drawing/2014/main" id="{AEA6901F-5BCB-7B27-0333-450B81AB7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3049588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1</a:t>
            </a:r>
          </a:p>
        </p:txBody>
      </p:sp>
      <p:sp>
        <p:nvSpPr>
          <p:cNvPr id="417796" name="Rectangle 4">
            <a:extLst>
              <a:ext uri="{FF2B5EF4-FFF2-40B4-BE49-F238E27FC236}">
                <a16:creationId xmlns:a16="http://schemas.microsoft.com/office/drawing/2014/main" id="{CD2B28AD-E9A7-6DC5-E2FC-D2A3EB3D2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3492500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3</a:t>
            </a:r>
          </a:p>
        </p:txBody>
      </p:sp>
      <p:sp>
        <p:nvSpPr>
          <p:cNvPr id="417797" name="Arc 5">
            <a:extLst>
              <a:ext uri="{FF2B5EF4-FFF2-40B4-BE49-F238E27FC236}">
                <a16:creationId xmlns:a16="http://schemas.microsoft.com/office/drawing/2014/main" id="{680206D5-5E48-EC45-1C5B-0E3DC4390B2A}"/>
              </a:ext>
            </a:extLst>
          </p:cNvPr>
          <p:cNvSpPr>
            <a:spLocks/>
          </p:cNvSpPr>
          <p:nvPr/>
        </p:nvSpPr>
        <p:spPr bwMode="auto">
          <a:xfrm>
            <a:off x="5484813" y="3152775"/>
            <a:ext cx="320675" cy="146050"/>
          </a:xfrm>
          <a:custGeom>
            <a:avLst/>
            <a:gdLst>
              <a:gd name="T0" fmla="*/ 12114 w 21600"/>
              <a:gd name="T1" fmla="*/ 146050 h 11880"/>
              <a:gd name="T2" fmla="*/ 12619 w 21600"/>
              <a:gd name="T3" fmla="*/ 0 h 11880"/>
              <a:gd name="T4" fmla="*/ 320675 w 21600"/>
              <a:gd name="T5" fmla="*/ 73750 h 11880"/>
              <a:gd name="T6" fmla="*/ 0 60000 65536"/>
              <a:gd name="T7" fmla="*/ 0 60000 65536"/>
              <a:gd name="T8" fmla="*/ 0 60000 65536"/>
              <a:gd name="T9" fmla="*/ 0 w 21600"/>
              <a:gd name="T10" fmla="*/ 0 h 11880"/>
              <a:gd name="T11" fmla="*/ 21600 w 21600"/>
              <a:gd name="T12" fmla="*/ 11880 h 118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880" fill="none" extrusionOk="0">
                <a:moveTo>
                  <a:pt x="816" y="11879"/>
                </a:moveTo>
                <a:cubicBezTo>
                  <a:pt x="274" y="9966"/>
                  <a:pt x="0" y="7987"/>
                  <a:pt x="0" y="5999"/>
                </a:cubicBezTo>
                <a:cubicBezTo>
                  <a:pt x="-1" y="3969"/>
                  <a:pt x="286" y="1949"/>
                  <a:pt x="849" y="-1"/>
                </a:cubicBezTo>
              </a:path>
              <a:path w="21600" h="11880" stroke="0" extrusionOk="0">
                <a:moveTo>
                  <a:pt x="816" y="11879"/>
                </a:moveTo>
                <a:cubicBezTo>
                  <a:pt x="274" y="9966"/>
                  <a:pt x="0" y="7987"/>
                  <a:pt x="0" y="5999"/>
                </a:cubicBezTo>
                <a:cubicBezTo>
                  <a:pt x="-1" y="3969"/>
                  <a:pt x="286" y="1949"/>
                  <a:pt x="849" y="-1"/>
                </a:cubicBezTo>
                <a:lnTo>
                  <a:pt x="21600" y="5999"/>
                </a:lnTo>
                <a:close/>
              </a:path>
            </a:pathLst>
          </a:custGeom>
          <a:solidFill>
            <a:srgbClr val="FF2A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798" name="Line 6">
            <a:extLst>
              <a:ext uri="{FF2B5EF4-FFF2-40B4-BE49-F238E27FC236}">
                <a16:creationId xmlns:a16="http://schemas.microsoft.com/office/drawing/2014/main" id="{4C867BE1-1CFC-63DA-66E5-461363277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150" y="3236913"/>
            <a:ext cx="1831975" cy="0"/>
          </a:xfrm>
          <a:prstGeom prst="line">
            <a:avLst/>
          </a:prstGeom>
          <a:noFill/>
          <a:ln w="254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799" name="Arc 7">
            <a:extLst>
              <a:ext uri="{FF2B5EF4-FFF2-40B4-BE49-F238E27FC236}">
                <a16:creationId xmlns:a16="http://schemas.microsoft.com/office/drawing/2014/main" id="{489AC86D-2132-232E-7345-1184912563D1}"/>
              </a:ext>
            </a:extLst>
          </p:cNvPr>
          <p:cNvSpPr>
            <a:spLocks/>
          </p:cNvSpPr>
          <p:nvPr/>
        </p:nvSpPr>
        <p:spPr bwMode="auto">
          <a:xfrm>
            <a:off x="5175250" y="3371850"/>
            <a:ext cx="309563" cy="146050"/>
          </a:xfrm>
          <a:custGeom>
            <a:avLst/>
            <a:gdLst>
              <a:gd name="T0" fmla="*/ 11365 w 21600"/>
              <a:gd name="T1" fmla="*/ 146050 h 11834"/>
              <a:gd name="T2" fmla="*/ 12340 w 21600"/>
              <a:gd name="T3" fmla="*/ 0 h 11834"/>
              <a:gd name="T4" fmla="*/ 309563 w 21600"/>
              <a:gd name="T5" fmla="*/ 74494 h 11834"/>
              <a:gd name="T6" fmla="*/ 0 60000 65536"/>
              <a:gd name="T7" fmla="*/ 0 60000 65536"/>
              <a:gd name="T8" fmla="*/ 0 60000 65536"/>
              <a:gd name="T9" fmla="*/ 0 w 21600"/>
              <a:gd name="T10" fmla="*/ 0 h 11834"/>
              <a:gd name="T11" fmla="*/ 21600 w 21600"/>
              <a:gd name="T12" fmla="*/ 11834 h 118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834" fill="none" extrusionOk="0">
                <a:moveTo>
                  <a:pt x="792" y="11834"/>
                </a:moveTo>
                <a:cubicBezTo>
                  <a:pt x="266" y="9946"/>
                  <a:pt x="0" y="7995"/>
                  <a:pt x="0" y="6036"/>
                </a:cubicBezTo>
                <a:cubicBezTo>
                  <a:pt x="-1" y="3993"/>
                  <a:pt x="289" y="1961"/>
                  <a:pt x="860" y="-1"/>
                </a:cubicBezTo>
              </a:path>
              <a:path w="21600" h="11834" stroke="0" extrusionOk="0">
                <a:moveTo>
                  <a:pt x="792" y="11834"/>
                </a:moveTo>
                <a:cubicBezTo>
                  <a:pt x="266" y="9946"/>
                  <a:pt x="0" y="7995"/>
                  <a:pt x="0" y="6036"/>
                </a:cubicBezTo>
                <a:cubicBezTo>
                  <a:pt x="-1" y="3993"/>
                  <a:pt x="289" y="1961"/>
                  <a:pt x="860" y="-1"/>
                </a:cubicBezTo>
                <a:lnTo>
                  <a:pt x="21600" y="6036"/>
                </a:lnTo>
                <a:close/>
              </a:path>
            </a:pathLst>
          </a:custGeom>
          <a:solidFill>
            <a:srgbClr val="FF2A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00" name="Line 8">
            <a:extLst>
              <a:ext uri="{FF2B5EF4-FFF2-40B4-BE49-F238E27FC236}">
                <a16:creationId xmlns:a16="http://schemas.microsoft.com/office/drawing/2014/main" id="{CCD0B0A9-668F-9A28-18E3-8A66E78DA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3" y="3452813"/>
            <a:ext cx="1498600" cy="0"/>
          </a:xfrm>
          <a:prstGeom prst="line">
            <a:avLst/>
          </a:prstGeom>
          <a:noFill/>
          <a:ln w="254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01" name="Arc 9">
            <a:extLst>
              <a:ext uri="{FF2B5EF4-FFF2-40B4-BE49-F238E27FC236}">
                <a16:creationId xmlns:a16="http://schemas.microsoft.com/office/drawing/2014/main" id="{E530F306-7613-16A2-782A-AD284A17FE21}"/>
              </a:ext>
            </a:extLst>
          </p:cNvPr>
          <p:cNvSpPr>
            <a:spLocks/>
          </p:cNvSpPr>
          <p:nvPr/>
        </p:nvSpPr>
        <p:spPr bwMode="auto">
          <a:xfrm>
            <a:off x="4800600" y="3603625"/>
            <a:ext cx="320675" cy="146050"/>
          </a:xfrm>
          <a:custGeom>
            <a:avLst/>
            <a:gdLst>
              <a:gd name="T0" fmla="*/ 11610 w 21600"/>
              <a:gd name="T1" fmla="*/ 146050 h 11755"/>
              <a:gd name="T2" fmla="*/ 12604 w 21600"/>
              <a:gd name="T3" fmla="*/ 0 h 11755"/>
              <a:gd name="T4" fmla="*/ 320675 w 21600"/>
              <a:gd name="T5" fmla="*/ 74497 h 11755"/>
              <a:gd name="T6" fmla="*/ 0 60000 65536"/>
              <a:gd name="T7" fmla="*/ 0 60000 65536"/>
              <a:gd name="T8" fmla="*/ 0 60000 65536"/>
              <a:gd name="T9" fmla="*/ 0 w 21600"/>
              <a:gd name="T10" fmla="*/ 0 h 11755"/>
              <a:gd name="T11" fmla="*/ 21600 w 21600"/>
              <a:gd name="T12" fmla="*/ 11755 h 117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755" fill="none" extrusionOk="0">
                <a:moveTo>
                  <a:pt x="781" y="11755"/>
                </a:moveTo>
                <a:cubicBezTo>
                  <a:pt x="263" y="9879"/>
                  <a:pt x="0" y="7942"/>
                  <a:pt x="0" y="5996"/>
                </a:cubicBezTo>
                <a:cubicBezTo>
                  <a:pt x="-1" y="3967"/>
                  <a:pt x="285" y="1948"/>
                  <a:pt x="848" y="-1"/>
                </a:cubicBezTo>
              </a:path>
              <a:path w="21600" h="11755" stroke="0" extrusionOk="0">
                <a:moveTo>
                  <a:pt x="781" y="11755"/>
                </a:moveTo>
                <a:cubicBezTo>
                  <a:pt x="263" y="9879"/>
                  <a:pt x="0" y="7942"/>
                  <a:pt x="0" y="5996"/>
                </a:cubicBezTo>
                <a:cubicBezTo>
                  <a:pt x="-1" y="3967"/>
                  <a:pt x="285" y="1948"/>
                  <a:pt x="848" y="-1"/>
                </a:cubicBezTo>
                <a:lnTo>
                  <a:pt x="21600" y="5996"/>
                </a:lnTo>
                <a:close/>
              </a:path>
            </a:pathLst>
          </a:custGeom>
          <a:solidFill>
            <a:srgbClr val="FF2A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02" name="Line 10">
            <a:extLst>
              <a:ext uri="{FF2B5EF4-FFF2-40B4-BE49-F238E27FC236}">
                <a16:creationId xmlns:a16="http://schemas.microsoft.com/office/drawing/2014/main" id="{EAEA0A0D-7542-E8DE-D7BA-00D653F529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3963" y="3686175"/>
            <a:ext cx="1123950" cy="0"/>
          </a:xfrm>
          <a:prstGeom prst="line">
            <a:avLst/>
          </a:prstGeom>
          <a:noFill/>
          <a:ln w="254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03" name="Rectangle 11">
            <a:extLst>
              <a:ext uri="{FF2B5EF4-FFF2-40B4-BE49-F238E27FC236}">
                <a16:creationId xmlns:a16="http://schemas.microsoft.com/office/drawing/2014/main" id="{D95E51CC-329E-04BE-E940-1D0D5734C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488" y="3840163"/>
            <a:ext cx="862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Ack 4</a:t>
            </a:r>
          </a:p>
        </p:txBody>
      </p:sp>
      <p:sp>
        <p:nvSpPr>
          <p:cNvPr id="417804" name="Arc 12">
            <a:extLst>
              <a:ext uri="{FF2B5EF4-FFF2-40B4-BE49-F238E27FC236}">
                <a16:creationId xmlns:a16="http://schemas.microsoft.com/office/drawing/2014/main" id="{A6498D3A-F5F0-4EAF-ED79-AF16F1AB6534}"/>
              </a:ext>
            </a:extLst>
          </p:cNvPr>
          <p:cNvSpPr>
            <a:spLocks/>
          </p:cNvSpPr>
          <p:nvPr/>
        </p:nvSpPr>
        <p:spPr bwMode="auto">
          <a:xfrm>
            <a:off x="3679825" y="3927475"/>
            <a:ext cx="320675" cy="146050"/>
          </a:xfrm>
          <a:custGeom>
            <a:avLst/>
            <a:gdLst>
              <a:gd name="T0" fmla="*/ 307744 w 21600"/>
              <a:gd name="T1" fmla="*/ 0 h 11906"/>
              <a:gd name="T2" fmla="*/ 308754 w 21600"/>
              <a:gd name="T3" fmla="*/ 146050 h 11906"/>
              <a:gd name="T4" fmla="*/ 0 w 21600"/>
              <a:gd name="T5" fmla="*/ 74497 h 11906"/>
              <a:gd name="T6" fmla="*/ 0 60000 65536"/>
              <a:gd name="T7" fmla="*/ 0 60000 65536"/>
              <a:gd name="T8" fmla="*/ 0 60000 65536"/>
              <a:gd name="T9" fmla="*/ 0 w 21600"/>
              <a:gd name="T10" fmla="*/ 0 h 11906"/>
              <a:gd name="T11" fmla="*/ 21600 w 21600"/>
              <a:gd name="T12" fmla="*/ 11906 h 119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906" fill="none" extrusionOk="0">
                <a:moveTo>
                  <a:pt x="20728" y="0"/>
                </a:moveTo>
                <a:cubicBezTo>
                  <a:pt x="21306" y="1972"/>
                  <a:pt x="21600" y="4017"/>
                  <a:pt x="21600" y="6073"/>
                </a:cubicBezTo>
                <a:cubicBezTo>
                  <a:pt x="21600" y="8044"/>
                  <a:pt x="21329" y="10007"/>
                  <a:pt x="20797" y="11906"/>
                </a:cubicBezTo>
              </a:path>
              <a:path w="21600" h="11906" stroke="0" extrusionOk="0">
                <a:moveTo>
                  <a:pt x="20728" y="0"/>
                </a:moveTo>
                <a:cubicBezTo>
                  <a:pt x="21306" y="1972"/>
                  <a:pt x="21600" y="4017"/>
                  <a:pt x="21600" y="6073"/>
                </a:cubicBezTo>
                <a:cubicBezTo>
                  <a:pt x="21600" y="8044"/>
                  <a:pt x="21329" y="10007"/>
                  <a:pt x="20797" y="11906"/>
                </a:cubicBezTo>
                <a:lnTo>
                  <a:pt x="0" y="6073"/>
                </a:lnTo>
                <a:close/>
              </a:path>
            </a:pathLst>
          </a:custGeom>
          <a:solidFill>
            <a:srgbClr val="00FF7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05" name="Line 13">
            <a:extLst>
              <a:ext uri="{FF2B5EF4-FFF2-40B4-BE49-F238E27FC236}">
                <a16:creationId xmlns:a16="http://schemas.microsoft.com/office/drawing/2014/main" id="{8E84BA85-6E67-5856-2242-65D4E6AC90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6050" y="4022725"/>
            <a:ext cx="1898650" cy="0"/>
          </a:xfrm>
          <a:prstGeom prst="line">
            <a:avLst/>
          </a:prstGeom>
          <a:noFill/>
          <a:ln w="25400">
            <a:solidFill>
              <a:srgbClr val="00FF78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06" name="Rectangle 14">
            <a:extLst>
              <a:ext uri="{FF2B5EF4-FFF2-40B4-BE49-F238E27FC236}">
                <a16:creationId xmlns:a16="http://schemas.microsoft.com/office/drawing/2014/main" id="{FE49A47B-2A05-BF2B-9B3C-50C610A40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386263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5</a:t>
            </a:r>
          </a:p>
        </p:txBody>
      </p:sp>
      <p:sp>
        <p:nvSpPr>
          <p:cNvPr id="417807" name="Rectangle 15">
            <a:extLst>
              <a:ext uri="{FF2B5EF4-FFF2-40B4-BE49-F238E27FC236}">
                <a16:creationId xmlns:a16="http://schemas.microsoft.com/office/drawing/2014/main" id="{1FC1EA62-C078-024A-AB0F-E02180696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165600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4</a:t>
            </a:r>
          </a:p>
        </p:txBody>
      </p:sp>
      <p:sp>
        <p:nvSpPr>
          <p:cNvPr id="417808" name="Rectangle 16">
            <a:extLst>
              <a:ext uri="{FF2B5EF4-FFF2-40B4-BE49-F238E27FC236}">
                <a16:creationId xmlns:a16="http://schemas.microsoft.com/office/drawing/2014/main" id="{778DDC46-2ACB-CBCD-723D-C57A15BFD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606925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6</a:t>
            </a:r>
          </a:p>
        </p:txBody>
      </p:sp>
      <p:sp>
        <p:nvSpPr>
          <p:cNvPr id="417809" name="Arc 17">
            <a:extLst>
              <a:ext uri="{FF2B5EF4-FFF2-40B4-BE49-F238E27FC236}">
                <a16:creationId xmlns:a16="http://schemas.microsoft.com/office/drawing/2014/main" id="{B32EF7FF-5845-DDC8-E7DC-51FFA946C7A9}"/>
              </a:ext>
            </a:extLst>
          </p:cNvPr>
          <p:cNvSpPr>
            <a:spLocks/>
          </p:cNvSpPr>
          <p:nvPr/>
        </p:nvSpPr>
        <p:spPr bwMode="auto">
          <a:xfrm>
            <a:off x="5472113" y="4246563"/>
            <a:ext cx="320675" cy="139700"/>
          </a:xfrm>
          <a:custGeom>
            <a:avLst/>
            <a:gdLst>
              <a:gd name="T0" fmla="*/ 11936 w 21600"/>
              <a:gd name="T1" fmla="*/ 139700 h 11796"/>
              <a:gd name="T2" fmla="*/ 12441 w 21600"/>
              <a:gd name="T3" fmla="*/ 0 h 11796"/>
              <a:gd name="T4" fmla="*/ 320675 w 21600"/>
              <a:gd name="T5" fmla="*/ 70572 h 11796"/>
              <a:gd name="T6" fmla="*/ 0 60000 65536"/>
              <a:gd name="T7" fmla="*/ 0 60000 65536"/>
              <a:gd name="T8" fmla="*/ 0 60000 65536"/>
              <a:gd name="T9" fmla="*/ 0 w 21600"/>
              <a:gd name="T10" fmla="*/ 0 h 11796"/>
              <a:gd name="T11" fmla="*/ 21600 w 21600"/>
              <a:gd name="T12" fmla="*/ 11796 h 117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796" fill="none" extrusionOk="0">
                <a:moveTo>
                  <a:pt x="803" y="11796"/>
                </a:moveTo>
                <a:cubicBezTo>
                  <a:pt x="270" y="9896"/>
                  <a:pt x="0" y="7932"/>
                  <a:pt x="0" y="5959"/>
                </a:cubicBezTo>
                <a:cubicBezTo>
                  <a:pt x="-1" y="3943"/>
                  <a:pt x="282" y="1937"/>
                  <a:pt x="838" y="0"/>
                </a:cubicBezTo>
              </a:path>
              <a:path w="21600" h="11796" stroke="0" extrusionOk="0">
                <a:moveTo>
                  <a:pt x="803" y="11796"/>
                </a:moveTo>
                <a:cubicBezTo>
                  <a:pt x="270" y="9896"/>
                  <a:pt x="0" y="7932"/>
                  <a:pt x="0" y="5959"/>
                </a:cubicBezTo>
                <a:cubicBezTo>
                  <a:pt x="-1" y="3943"/>
                  <a:pt x="282" y="1937"/>
                  <a:pt x="838" y="0"/>
                </a:cubicBezTo>
                <a:lnTo>
                  <a:pt x="21600" y="5959"/>
                </a:lnTo>
                <a:close/>
              </a:path>
            </a:pathLst>
          </a:custGeom>
          <a:solidFill>
            <a:srgbClr val="FF2A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10" name="Line 18">
            <a:extLst>
              <a:ext uri="{FF2B5EF4-FFF2-40B4-BE49-F238E27FC236}">
                <a16:creationId xmlns:a16="http://schemas.microsoft.com/office/drawing/2014/main" id="{7652A3C9-6150-0C7B-C956-7525C8139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7450" y="4337050"/>
            <a:ext cx="1830388" cy="0"/>
          </a:xfrm>
          <a:prstGeom prst="line">
            <a:avLst/>
          </a:prstGeom>
          <a:noFill/>
          <a:ln w="254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11" name="Line 19">
            <a:extLst>
              <a:ext uri="{FF2B5EF4-FFF2-40B4-BE49-F238E27FC236}">
                <a16:creationId xmlns:a16="http://schemas.microsoft.com/office/drawing/2014/main" id="{46E874F5-A419-745A-6655-0F4EE0053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2850" y="4570413"/>
            <a:ext cx="1609725" cy="0"/>
          </a:xfrm>
          <a:prstGeom prst="line">
            <a:avLst/>
          </a:prstGeom>
          <a:noFill/>
          <a:ln w="254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12" name="Arc 20">
            <a:extLst>
              <a:ext uri="{FF2B5EF4-FFF2-40B4-BE49-F238E27FC236}">
                <a16:creationId xmlns:a16="http://schemas.microsoft.com/office/drawing/2014/main" id="{D9CED511-047E-30E8-683A-B5A94035D546}"/>
              </a:ext>
            </a:extLst>
          </p:cNvPr>
          <p:cNvSpPr>
            <a:spLocks/>
          </p:cNvSpPr>
          <p:nvPr/>
        </p:nvSpPr>
        <p:spPr bwMode="auto">
          <a:xfrm>
            <a:off x="4772025" y="4703763"/>
            <a:ext cx="320675" cy="144462"/>
          </a:xfrm>
          <a:custGeom>
            <a:avLst/>
            <a:gdLst>
              <a:gd name="T0" fmla="*/ 11684 w 21600"/>
              <a:gd name="T1" fmla="*/ 144462 h 11793"/>
              <a:gd name="T2" fmla="*/ 12679 w 21600"/>
              <a:gd name="T3" fmla="*/ 0 h 11793"/>
              <a:gd name="T4" fmla="*/ 320675 w 21600"/>
              <a:gd name="T5" fmla="*/ 73683 h 11793"/>
              <a:gd name="T6" fmla="*/ 0 60000 65536"/>
              <a:gd name="T7" fmla="*/ 0 60000 65536"/>
              <a:gd name="T8" fmla="*/ 0 60000 65536"/>
              <a:gd name="T9" fmla="*/ 0 w 21600"/>
              <a:gd name="T10" fmla="*/ 0 h 11793"/>
              <a:gd name="T11" fmla="*/ 21600 w 21600"/>
              <a:gd name="T12" fmla="*/ 11793 h 117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793" fill="none" extrusionOk="0">
                <a:moveTo>
                  <a:pt x="787" y="11792"/>
                </a:moveTo>
                <a:cubicBezTo>
                  <a:pt x="264" y="9911"/>
                  <a:pt x="0" y="7967"/>
                  <a:pt x="0" y="6015"/>
                </a:cubicBezTo>
                <a:cubicBezTo>
                  <a:pt x="-1" y="3979"/>
                  <a:pt x="287" y="1954"/>
                  <a:pt x="854" y="0"/>
                </a:cubicBezTo>
              </a:path>
              <a:path w="21600" h="11793" stroke="0" extrusionOk="0">
                <a:moveTo>
                  <a:pt x="787" y="11792"/>
                </a:moveTo>
                <a:cubicBezTo>
                  <a:pt x="264" y="9911"/>
                  <a:pt x="0" y="7967"/>
                  <a:pt x="0" y="6015"/>
                </a:cubicBezTo>
                <a:cubicBezTo>
                  <a:pt x="-1" y="3979"/>
                  <a:pt x="287" y="1954"/>
                  <a:pt x="854" y="0"/>
                </a:cubicBezTo>
                <a:lnTo>
                  <a:pt x="21600" y="6015"/>
                </a:lnTo>
                <a:close/>
              </a:path>
            </a:pathLst>
          </a:custGeom>
          <a:solidFill>
            <a:srgbClr val="FF2A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13" name="Line 21">
            <a:extLst>
              <a:ext uri="{FF2B5EF4-FFF2-40B4-BE49-F238E27FC236}">
                <a16:creationId xmlns:a16="http://schemas.microsoft.com/office/drawing/2014/main" id="{8F2200CF-B698-6351-2380-ADA81D6BC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6025" y="4787900"/>
            <a:ext cx="1103313" cy="0"/>
          </a:xfrm>
          <a:prstGeom prst="line">
            <a:avLst/>
          </a:prstGeom>
          <a:noFill/>
          <a:ln w="254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14" name="Line 22">
            <a:extLst>
              <a:ext uri="{FF2B5EF4-FFF2-40B4-BE49-F238E27FC236}">
                <a16:creationId xmlns:a16="http://schemas.microsoft.com/office/drawing/2014/main" id="{C80C2C40-A3B0-3912-D9D8-BCE1DCE19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1450" y="4478338"/>
            <a:ext cx="265113" cy="219075"/>
          </a:xfrm>
          <a:prstGeom prst="line">
            <a:avLst/>
          </a:prstGeom>
          <a:noFill/>
          <a:ln w="25400">
            <a:solidFill>
              <a:srgbClr val="AA0008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15" name="Line 23">
            <a:extLst>
              <a:ext uri="{FF2B5EF4-FFF2-40B4-BE49-F238E27FC236}">
                <a16:creationId xmlns:a16="http://schemas.microsoft.com/office/drawing/2014/main" id="{6202FB09-3EF0-1D7F-A3AB-CBC9F54BB7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1450" y="4478338"/>
            <a:ext cx="241300" cy="219075"/>
          </a:xfrm>
          <a:prstGeom prst="line">
            <a:avLst/>
          </a:prstGeom>
          <a:noFill/>
          <a:ln w="25400">
            <a:solidFill>
              <a:srgbClr val="AA0008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16" name="Rectangle 24">
            <a:extLst>
              <a:ext uri="{FF2B5EF4-FFF2-40B4-BE49-F238E27FC236}">
                <a16:creationId xmlns:a16="http://schemas.microsoft.com/office/drawing/2014/main" id="{F3C39E1B-166D-B3AB-0BA2-03CE4DE8A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563" y="4884738"/>
            <a:ext cx="862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Ack 5</a:t>
            </a:r>
          </a:p>
        </p:txBody>
      </p:sp>
      <p:sp>
        <p:nvSpPr>
          <p:cNvPr id="417817" name="Arc 25">
            <a:extLst>
              <a:ext uri="{FF2B5EF4-FFF2-40B4-BE49-F238E27FC236}">
                <a16:creationId xmlns:a16="http://schemas.microsoft.com/office/drawing/2014/main" id="{FE549F16-8AEE-3A57-3C1F-5963BA0D3837}"/>
              </a:ext>
            </a:extLst>
          </p:cNvPr>
          <p:cNvSpPr>
            <a:spLocks/>
          </p:cNvSpPr>
          <p:nvPr/>
        </p:nvSpPr>
        <p:spPr bwMode="auto">
          <a:xfrm>
            <a:off x="3702050" y="5035550"/>
            <a:ext cx="320675" cy="147638"/>
          </a:xfrm>
          <a:custGeom>
            <a:avLst/>
            <a:gdLst>
              <a:gd name="T0" fmla="*/ 307818 w 21600"/>
              <a:gd name="T1" fmla="*/ 0 h 11993"/>
              <a:gd name="T2" fmla="*/ 308323 w 21600"/>
              <a:gd name="T3" fmla="*/ 147638 h 11993"/>
              <a:gd name="T4" fmla="*/ 0 w 21600"/>
              <a:gd name="T5" fmla="*/ 74551 h 11993"/>
              <a:gd name="T6" fmla="*/ 0 60000 65536"/>
              <a:gd name="T7" fmla="*/ 0 60000 65536"/>
              <a:gd name="T8" fmla="*/ 0 60000 65536"/>
              <a:gd name="T9" fmla="*/ 0 w 21600"/>
              <a:gd name="T10" fmla="*/ 0 h 11993"/>
              <a:gd name="T11" fmla="*/ 21600 w 21600"/>
              <a:gd name="T12" fmla="*/ 11993 h 119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993" fill="none" extrusionOk="0">
                <a:moveTo>
                  <a:pt x="20733" y="0"/>
                </a:moveTo>
                <a:cubicBezTo>
                  <a:pt x="21308" y="1967"/>
                  <a:pt x="21600" y="4006"/>
                  <a:pt x="21600" y="6056"/>
                </a:cubicBezTo>
                <a:cubicBezTo>
                  <a:pt x="21600" y="8064"/>
                  <a:pt x="21319" y="10062"/>
                  <a:pt x="20768" y="11993"/>
                </a:cubicBezTo>
              </a:path>
              <a:path w="21600" h="11993" stroke="0" extrusionOk="0">
                <a:moveTo>
                  <a:pt x="20733" y="0"/>
                </a:moveTo>
                <a:cubicBezTo>
                  <a:pt x="21308" y="1967"/>
                  <a:pt x="21600" y="4006"/>
                  <a:pt x="21600" y="6056"/>
                </a:cubicBezTo>
                <a:cubicBezTo>
                  <a:pt x="21600" y="8064"/>
                  <a:pt x="21319" y="10062"/>
                  <a:pt x="20768" y="11993"/>
                </a:cubicBezTo>
                <a:lnTo>
                  <a:pt x="0" y="6056"/>
                </a:lnTo>
                <a:close/>
              </a:path>
            </a:pathLst>
          </a:custGeom>
          <a:solidFill>
            <a:srgbClr val="00FF7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18" name="Line 26">
            <a:extLst>
              <a:ext uri="{FF2B5EF4-FFF2-40B4-BE49-F238E27FC236}">
                <a16:creationId xmlns:a16="http://schemas.microsoft.com/office/drawing/2014/main" id="{91EDE05F-8923-1055-EBA1-AE4D34BC28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5132388"/>
            <a:ext cx="1897063" cy="0"/>
          </a:xfrm>
          <a:prstGeom prst="line">
            <a:avLst/>
          </a:prstGeom>
          <a:noFill/>
          <a:ln w="25400">
            <a:solidFill>
              <a:srgbClr val="00FF78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19" name="Rectangle 27">
            <a:extLst>
              <a:ext uri="{FF2B5EF4-FFF2-40B4-BE49-F238E27FC236}">
                <a16:creationId xmlns:a16="http://schemas.microsoft.com/office/drawing/2014/main" id="{8F314BD1-D568-FC1F-3E8C-97300C876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5249863"/>
            <a:ext cx="1017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Send 5</a:t>
            </a:r>
          </a:p>
        </p:txBody>
      </p:sp>
      <p:sp>
        <p:nvSpPr>
          <p:cNvPr id="417820" name="Arc 28">
            <a:extLst>
              <a:ext uri="{FF2B5EF4-FFF2-40B4-BE49-F238E27FC236}">
                <a16:creationId xmlns:a16="http://schemas.microsoft.com/office/drawing/2014/main" id="{12D9D123-7C58-88AD-0AB2-2C4D3447ABFE}"/>
              </a:ext>
            </a:extLst>
          </p:cNvPr>
          <p:cNvSpPr>
            <a:spLocks/>
          </p:cNvSpPr>
          <p:nvPr/>
        </p:nvSpPr>
        <p:spPr bwMode="auto">
          <a:xfrm>
            <a:off x="5476875" y="5322888"/>
            <a:ext cx="320675" cy="141287"/>
          </a:xfrm>
          <a:custGeom>
            <a:avLst/>
            <a:gdLst>
              <a:gd name="T0" fmla="*/ 11862 w 21600"/>
              <a:gd name="T1" fmla="*/ 141287 h 11884"/>
              <a:gd name="T2" fmla="*/ 12901 w 21600"/>
              <a:gd name="T3" fmla="*/ 0 h 11884"/>
              <a:gd name="T4" fmla="*/ 320675 w 21600"/>
              <a:gd name="T5" fmla="*/ 72094 h 11884"/>
              <a:gd name="T6" fmla="*/ 0 60000 65536"/>
              <a:gd name="T7" fmla="*/ 0 60000 65536"/>
              <a:gd name="T8" fmla="*/ 0 60000 65536"/>
              <a:gd name="T9" fmla="*/ 0 w 21600"/>
              <a:gd name="T10" fmla="*/ 0 h 11884"/>
              <a:gd name="T11" fmla="*/ 21600 w 21600"/>
              <a:gd name="T12" fmla="*/ 11884 h 118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884" fill="none" extrusionOk="0">
                <a:moveTo>
                  <a:pt x="798" y="11884"/>
                </a:moveTo>
                <a:cubicBezTo>
                  <a:pt x="268" y="9989"/>
                  <a:pt x="0" y="8031"/>
                  <a:pt x="0" y="6064"/>
                </a:cubicBezTo>
                <a:cubicBezTo>
                  <a:pt x="-1" y="4011"/>
                  <a:pt x="292" y="1969"/>
                  <a:pt x="868" y="-1"/>
                </a:cubicBezTo>
              </a:path>
              <a:path w="21600" h="11884" stroke="0" extrusionOk="0">
                <a:moveTo>
                  <a:pt x="798" y="11884"/>
                </a:moveTo>
                <a:cubicBezTo>
                  <a:pt x="268" y="9989"/>
                  <a:pt x="0" y="8031"/>
                  <a:pt x="0" y="6064"/>
                </a:cubicBezTo>
                <a:cubicBezTo>
                  <a:pt x="-1" y="4011"/>
                  <a:pt x="292" y="1969"/>
                  <a:pt x="868" y="-1"/>
                </a:cubicBezTo>
                <a:lnTo>
                  <a:pt x="21600" y="6064"/>
                </a:lnTo>
                <a:close/>
              </a:path>
            </a:pathLst>
          </a:custGeom>
          <a:solidFill>
            <a:srgbClr val="FF2A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21" name="Line 29">
            <a:extLst>
              <a:ext uri="{FF2B5EF4-FFF2-40B4-BE49-F238E27FC236}">
                <a16:creationId xmlns:a16="http://schemas.microsoft.com/office/drawing/2014/main" id="{85A74716-73C0-D3E5-C8B7-204B55EE7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413375"/>
            <a:ext cx="1830388" cy="0"/>
          </a:xfrm>
          <a:prstGeom prst="line">
            <a:avLst/>
          </a:prstGeom>
          <a:noFill/>
          <a:ln w="25400">
            <a:solidFill>
              <a:srgbClr val="FF2A3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22" name="Rectangle 30">
            <a:extLst>
              <a:ext uri="{FF2B5EF4-FFF2-40B4-BE49-F238E27FC236}">
                <a16:creationId xmlns:a16="http://schemas.microsoft.com/office/drawing/2014/main" id="{F15E884B-CE89-AF82-22FA-5756824FA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5465763"/>
            <a:ext cx="862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Ack 7</a:t>
            </a:r>
          </a:p>
        </p:txBody>
      </p:sp>
      <p:sp>
        <p:nvSpPr>
          <p:cNvPr id="417823" name="Arc 31">
            <a:extLst>
              <a:ext uri="{FF2B5EF4-FFF2-40B4-BE49-F238E27FC236}">
                <a16:creationId xmlns:a16="http://schemas.microsoft.com/office/drawing/2014/main" id="{8F93779E-1577-56F5-4118-3D17A02C11CD}"/>
              </a:ext>
            </a:extLst>
          </p:cNvPr>
          <p:cNvSpPr>
            <a:spLocks/>
          </p:cNvSpPr>
          <p:nvPr/>
        </p:nvSpPr>
        <p:spPr bwMode="auto">
          <a:xfrm>
            <a:off x="3690938" y="5551488"/>
            <a:ext cx="309562" cy="147637"/>
          </a:xfrm>
          <a:custGeom>
            <a:avLst/>
            <a:gdLst>
              <a:gd name="T0" fmla="*/ 297180 w 21600"/>
              <a:gd name="T1" fmla="*/ 0 h 11858"/>
              <a:gd name="T2" fmla="*/ 298154 w 21600"/>
              <a:gd name="T3" fmla="*/ 147637 h 11858"/>
              <a:gd name="T4" fmla="*/ 0 w 21600"/>
              <a:gd name="T5" fmla="*/ 75300 h 11858"/>
              <a:gd name="T6" fmla="*/ 0 60000 65536"/>
              <a:gd name="T7" fmla="*/ 0 60000 65536"/>
              <a:gd name="T8" fmla="*/ 0 60000 65536"/>
              <a:gd name="T9" fmla="*/ 0 w 21600"/>
              <a:gd name="T10" fmla="*/ 0 h 11858"/>
              <a:gd name="T11" fmla="*/ 21600 w 21600"/>
              <a:gd name="T12" fmla="*/ 11858 h 118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858" fill="none" extrusionOk="0">
                <a:moveTo>
                  <a:pt x="20735" y="-1"/>
                </a:moveTo>
                <a:cubicBezTo>
                  <a:pt x="21309" y="1964"/>
                  <a:pt x="21600" y="4001"/>
                  <a:pt x="21600" y="6048"/>
                </a:cubicBezTo>
                <a:cubicBezTo>
                  <a:pt x="21600" y="8011"/>
                  <a:pt x="21332" y="9966"/>
                  <a:pt x="20803" y="11857"/>
                </a:cubicBezTo>
              </a:path>
              <a:path w="21600" h="11858" stroke="0" extrusionOk="0">
                <a:moveTo>
                  <a:pt x="20735" y="-1"/>
                </a:moveTo>
                <a:cubicBezTo>
                  <a:pt x="21309" y="1964"/>
                  <a:pt x="21600" y="4001"/>
                  <a:pt x="21600" y="6048"/>
                </a:cubicBezTo>
                <a:cubicBezTo>
                  <a:pt x="21600" y="8011"/>
                  <a:pt x="21332" y="9966"/>
                  <a:pt x="20803" y="11857"/>
                </a:cubicBezTo>
                <a:lnTo>
                  <a:pt x="0" y="6048"/>
                </a:lnTo>
                <a:close/>
              </a:path>
            </a:pathLst>
          </a:custGeom>
          <a:solidFill>
            <a:srgbClr val="00FF7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24" name="Line 32">
            <a:extLst>
              <a:ext uri="{FF2B5EF4-FFF2-40B4-BE49-F238E27FC236}">
                <a16:creationId xmlns:a16="http://schemas.microsoft.com/office/drawing/2014/main" id="{9A0E431E-DF41-2BFA-7ADF-3723E13105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1600" y="5634038"/>
            <a:ext cx="1873250" cy="0"/>
          </a:xfrm>
          <a:prstGeom prst="line">
            <a:avLst/>
          </a:prstGeom>
          <a:noFill/>
          <a:ln w="25400">
            <a:solidFill>
              <a:srgbClr val="00FF78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25" name="Rectangle 33">
            <a:extLst>
              <a:ext uri="{FF2B5EF4-FFF2-40B4-BE49-F238E27FC236}">
                <a16:creationId xmlns:a16="http://schemas.microsoft.com/office/drawing/2014/main" id="{AE407889-846F-70B8-062C-B391A7D43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2625725"/>
            <a:ext cx="311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4603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4603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4603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4603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</a:rPr>
              <a:t>1	2	3	4	5	6	7</a:t>
            </a:r>
          </a:p>
        </p:txBody>
      </p:sp>
      <p:sp>
        <p:nvSpPr>
          <p:cNvPr id="417826" name="Rectangle 34">
            <a:extLst>
              <a:ext uri="{FF2B5EF4-FFF2-40B4-BE49-F238E27FC236}">
                <a16:creationId xmlns:a16="http://schemas.microsoft.com/office/drawing/2014/main" id="{E5B70D30-6F57-B045-E495-FADD8B5CD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75" y="2635250"/>
            <a:ext cx="3189288" cy="38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27" name="Line 35">
            <a:extLst>
              <a:ext uri="{FF2B5EF4-FFF2-40B4-BE49-F238E27FC236}">
                <a16:creationId xmlns:a16="http://schemas.microsoft.com/office/drawing/2014/main" id="{66DA4CC1-C244-0884-E894-DE48C71E3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0338" y="2628900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28" name="Line 36">
            <a:extLst>
              <a:ext uri="{FF2B5EF4-FFF2-40B4-BE49-F238E27FC236}">
                <a16:creationId xmlns:a16="http://schemas.microsoft.com/office/drawing/2014/main" id="{A66136F8-5137-2388-6A95-A7BD43779A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8650" y="2628900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29" name="Line 37">
            <a:extLst>
              <a:ext uri="{FF2B5EF4-FFF2-40B4-BE49-F238E27FC236}">
                <a16:creationId xmlns:a16="http://schemas.microsoft.com/office/drawing/2014/main" id="{A82EB9F7-2206-08F7-A862-F8B9B2C4B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3" y="2622550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30" name="Line 38">
            <a:extLst>
              <a:ext uri="{FF2B5EF4-FFF2-40B4-BE49-F238E27FC236}">
                <a16:creationId xmlns:a16="http://schemas.microsoft.com/office/drawing/2014/main" id="{A60373DD-2E42-83B1-76E6-17E7A8867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628900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31" name="Line 39">
            <a:extLst>
              <a:ext uri="{FF2B5EF4-FFF2-40B4-BE49-F238E27FC236}">
                <a16:creationId xmlns:a16="http://schemas.microsoft.com/office/drawing/2014/main" id="{A3A10864-532D-3298-6A50-DC02AA6803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3588" y="2628900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32" name="Line 40">
            <a:extLst>
              <a:ext uri="{FF2B5EF4-FFF2-40B4-BE49-F238E27FC236}">
                <a16:creationId xmlns:a16="http://schemas.microsoft.com/office/drawing/2014/main" id="{ABC3F61A-C97F-8F56-9E48-992FC2431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4600" y="2628900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33" name="Rectangle 41">
            <a:extLst>
              <a:ext uri="{FF2B5EF4-FFF2-40B4-BE49-F238E27FC236}">
                <a16:creationId xmlns:a16="http://schemas.microsoft.com/office/drawing/2014/main" id="{BAA2A84B-517F-2714-DE70-C0AD8000F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675" y="2627313"/>
            <a:ext cx="311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460375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defTabSz="4603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defTabSz="4603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defTabSz="4603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defTabSz="4603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en-US" sz="2400">
                <a:latin typeface="Arial" panose="020B0604020202020204" pitchFamily="34" charset="0"/>
              </a:rPr>
              <a:t>1	2	3	4	5	6	7</a:t>
            </a:r>
          </a:p>
        </p:txBody>
      </p:sp>
      <p:sp>
        <p:nvSpPr>
          <p:cNvPr id="417834" name="Rectangle 42">
            <a:extLst>
              <a:ext uri="{FF2B5EF4-FFF2-40B4-BE49-F238E27FC236}">
                <a16:creationId xmlns:a16="http://schemas.microsoft.com/office/drawing/2014/main" id="{0C72A915-6C24-4D85-AB99-1D17A7D9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00" y="2636838"/>
            <a:ext cx="3187700" cy="38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7835" name="Line 43">
            <a:extLst>
              <a:ext uri="{FF2B5EF4-FFF2-40B4-BE49-F238E27FC236}">
                <a16:creationId xmlns:a16="http://schemas.microsoft.com/office/drawing/2014/main" id="{0F5B778B-DE16-D613-8A1D-CA5564C99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6563" y="2630488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36" name="Line 44">
            <a:extLst>
              <a:ext uri="{FF2B5EF4-FFF2-40B4-BE49-F238E27FC236}">
                <a16:creationId xmlns:a16="http://schemas.microsoft.com/office/drawing/2014/main" id="{2E53269A-DADD-B5B3-3719-5D98234DB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4875" y="2630488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37" name="Line 45">
            <a:extLst>
              <a:ext uri="{FF2B5EF4-FFF2-40B4-BE49-F238E27FC236}">
                <a16:creationId xmlns:a16="http://schemas.microsoft.com/office/drawing/2014/main" id="{965D87E2-03FE-51A7-7A98-750E59296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250" y="2624138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38" name="Line 46">
            <a:extLst>
              <a:ext uri="{FF2B5EF4-FFF2-40B4-BE49-F238E27FC236}">
                <a16:creationId xmlns:a16="http://schemas.microsoft.com/office/drawing/2014/main" id="{4840E610-9907-DD12-82DB-792115CF4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9913" y="2630488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39" name="Line 47">
            <a:extLst>
              <a:ext uri="{FF2B5EF4-FFF2-40B4-BE49-F238E27FC236}">
                <a16:creationId xmlns:a16="http://schemas.microsoft.com/office/drawing/2014/main" id="{127C55EA-ECC4-D9C8-8FDF-4AE5096A2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8225" y="2630488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7840" name="Line 48">
            <a:extLst>
              <a:ext uri="{FF2B5EF4-FFF2-40B4-BE49-F238E27FC236}">
                <a16:creationId xmlns:a16="http://schemas.microsoft.com/office/drawing/2014/main" id="{FFD2FB71-E490-F20B-F83A-908EA36E94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9238" y="2630488"/>
            <a:ext cx="0" cy="40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49">
            <a:extLst>
              <a:ext uri="{FF2B5EF4-FFF2-40B4-BE49-F238E27FC236}">
                <a16:creationId xmlns:a16="http://schemas.microsoft.com/office/drawing/2014/main" id="{928F3530-7683-AB6D-82B5-3C4A7C51DAB4}"/>
              </a:ext>
            </a:extLst>
          </p:cNvPr>
          <p:cNvGrpSpPr>
            <a:grpSpLocks/>
          </p:cNvGrpSpPr>
          <p:nvPr/>
        </p:nvGrpSpPr>
        <p:grpSpPr bwMode="auto">
          <a:xfrm>
            <a:off x="1414463" y="968375"/>
            <a:ext cx="6119812" cy="1204913"/>
            <a:chOff x="846" y="2984"/>
            <a:chExt cx="3855" cy="759"/>
          </a:xfrm>
        </p:grpSpPr>
        <p:grpSp>
          <p:nvGrpSpPr>
            <p:cNvPr id="25667" name="Group 50">
              <a:extLst>
                <a:ext uri="{FF2B5EF4-FFF2-40B4-BE49-F238E27FC236}">
                  <a16:creationId xmlns:a16="http://schemas.microsoft.com/office/drawing/2014/main" id="{18BB2686-2F18-FCBD-8F24-AF6DA2352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pic>
            <p:nvPicPr>
              <p:cNvPr id="25670" name="Picture 51">
                <a:extLst>
                  <a:ext uri="{FF2B5EF4-FFF2-40B4-BE49-F238E27FC236}">
                    <a16:creationId xmlns:a16="http://schemas.microsoft.com/office/drawing/2014/main" id="{4D77158B-DDFC-53AF-AA0E-3158FE0AB8B0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6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71" name="Picture 52">
                <a:extLst>
                  <a:ext uri="{FF2B5EF4-FFF2-40B4-BE49-F238E27FC236}">
                    <a16:creationId xmlns:a16="http://schemas.microsoft.com/office/drawing/2014/main" id="{48745292-40F6-5D36-1CB9-CC2F1F9DC477}"/>
                  </a:ext>
                </a:extLst>
              </p:cNvPr>
              <p:cNvPicPr preferRelativeResize="0"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2" y="2984"/>
                <a:ext cx="839" cy="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25672" name="AutoShape 53">
                <a:extLst>
                  <a:ext uri="{FF2B5EF4-FFF2-40B4-BE49-F238E27FC236}">
                    <a16:creationId xmlns:a16="http://schemas.microsoft.com/office/drawing/2014/main" id="{1636EC1F-E617-D906-E19C-9553CC8EFCE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>
                <a:off x="1685" y="3364"/>
                <a:ext cx="2177" cy="0"/>
              </a:xfrm>
              <a:prstGeom prst="straightConnector1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5668" name="Text Box 54">
              <a:extLst>
                <a:ext uri="{FF2B5EF4-FFF2-40B4-BE49-F238E27FC236}">
                  <a16:creationId xmlns:a16="http://schemas.microsoft.com/office/drawing/2014/main" id="{DA07BC7E-74CE-2BE2-10A4-E9225C9EB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" y="309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A</a:t>
              </a:r>
            </a:p>
          </p:txBody>
        </p:sp>
        <p:sp>
          <p:nvSpPr>
            <p:cNvPr id="25669" name="Text Box 55">
              <a:extLst>
                <a:ext uri="{FF2B5EF4-FFF2-40B4-BE49-F238E27FC236}">
                  <a16:creationId xmlns:a16="http://schemas.microsoft.com/office/drawing/2014/main" id="{3EE3E7C7-E2A8-A11B-D0ED-1342B9D20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3091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B</a:t>
              </a:r>
            </a:p>
          </p:txBody>
        </p:sp>
      </p:grpSp>
      <p:sp>
        <p:nvSpPr>
          <p:cNvPr id="25652" name="Date Placeholder 3">
            <a:extLst>
              <a:ext uri="{FF2B5EF4-FFF2-40B4-BE49-F238E27FC236}">
                <a16:creationId xmlns:a16="http://schemas.microsoft.com/office/drawing/2014/main" id="{88977381-B666-20B6-3770-4B69383DE8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795BB48-8D70-4CC8-9FBC-09615ED61009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5653" name="Footer Placeholder 4">
            <a:extLst>
              <a:ext uri="{FF2B5EF4-FFF2-40B4-BE49-F238E27FC236}">
                <a16:creationId xmlns:a16="http://schemas.microsoft.com/office/drawing/2014/main" id="{39AD7602-E2B8-A904-7FF6-DD2B5710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5654" name="Slide Number Placeholder 5">
            <a:extLst>
              <a:ext uri="{FF2B5EF4-FFF2-40B4-BE49-F238E27FC236}">
                <a16:creationId xmlns:a16="http://schemas.microsoft.com/office/drawing/2014/main" id="{2F2139BD-1272-1B46-2D31-7A145F26536D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394279B1-FD02-4619-B9A4-4405A98A8896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19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1" name="Trapezoid 60">
            <a:extLst>
              <a:ext uri="{FF2B5EF4-FFF2-40B4-BE49-F238E27FC236}">
                <a16:creationId xmlns:a16="http://schemas.microsoft.com/office/drawing/2014/main" id="{09216FE6-5905-72C6-8C56-4B411A0D5B9C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2" name="Trapezoid 61">
            <a:extLst>
              <a:ext uri="{FF2B5EF4-FFF2-40B4-BE49-F238E27FC236}">
                <a16:creationId xmlns:a16="http://schemas.microsoft.com/office/drawing/2014/main" id="{3C97E828-A580-66DD-B8EA-753DBB09B382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3" name="Trapezoid 62">
            <a:extLst>
              <a:ext uri="{FF2B5EF4-FFF2-40B4-BE49-F238E27FC236}">
                <a16:creationId xmlns:a16="http://schemas.microsoft.com/office/drawing/2014/main" id="{D22074CD-B3BB-8CE4-FD83-9D33A55D9434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4" name="Trapezoid 63">
            <a:extLst>
              <a:ext uri="{FF2B5EF4-FFF2-40B4-BE49-F238E27FC236}">
                <a16:creationId xmlns:a16="http://schemas.microsoft.com/office/drawing/2014/main" id="{EF35267B-C952-55B7-126A-B558F901EBC7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/>
      <p:bldP spid="417795" grpId="0"/>
      <p:bldP spid="417796" grpId="0"/>
      <p:bldP spid="417797" grpId="0" animBg="1"/>
      <p:bldP spid="417799" grpId="0" animBg="1"/>
      <p:bldP spid="417801" grpId="0" animBg="1"/>
      <p:bldP spid="417803" grpId="0"/>
      <p:bldP spid="417804" grpId="0" animBg="1"/>
      <p:bldP spid="417806" grpId="0"/>
      <p:bldP spid="417807" grpId="0"/>
      <p:bldP spid="417808" grpId="0"/>
      <p:bldP spid="417809" grpId="0" animBg="1"/>
      <p:bldP spid="417812" grpId="0" animBg="1"/>
      <p:bldP spid="417816" grpId="0"/>
      <p:bldP spid="417817" grpId="0" animBg="1"/>
      <p:bldP spid="417819" grpId="0"/>
      <p:bldP spid="417820" grpId="0" animBg="1"/>
      <p:bldP spid="417822" grpId="0"/>
      <p:bldP spid="417823" grpId="0" animBg="1"/>
      <p:bldP spid="417825" grpId="0"/>
      <p:bldP spid="417826" grpId="0" animBg="1"/>
      <p:bldP spid="417833" grpId="0"/>
      <p:bldP spid="4178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48C7A01-BC7C-930A-A8A4-8C348257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AA4C8B3-E86D-49D7-BD13-B9B0C270E955}" type="slidenum">
              <a:rPr lang="en-US" altLang="en-US" sz="1200">
                <a:solidFill>
                  <a:srgbClr val="898989"/>
                </a:solidFill>
              </a:rPr>
              <a:pPr/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6627" name="Rectangle 1038">
            <a:extLst>
              <a:ext uri="{FF2B5EF4-FFF2-40B4-BE49-F238E27FC236}">
                <a16:creationId xmlns:a16="http://schemas.microsoft.com/office/drawing/2014/main" id="{BFC79934-22D6-AA83-259D-CC742F5B6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69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Data flow from Transport  Layer</a:t>
            </a:r>
          </a:p>
        </p:txBody>
      </p:sp>
      <p:sp>
        <p:nvSpPr>
          <p:cNvPr id="354319" name="Rectangle 1039">
            <a:extLst>
              <a:ext uri="{FF2B5EF4-FFF2-40B4-BE49-F238E27FC236}">
                <a16:creationId xmlns:a16="http://schemas.microsoft.com/office/drawing/2014/main" id="{FBD47538-F743-43D3-4803-6BD1DB0AE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2907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54320" name="Rectangle 1040">
            <a:extLst>
              <a:ext uri="{FF2B5EF4-FFF2-40B4-BE49-F238E27FC236}">
                <a16:creationId xmlns:a16="http://schemas.microsoft.com/office/drawing/2014/main" id="{286183B3-8B98-D684-3B59-32E66C690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61925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54321" name="Rectangle 1041">
            <a:extLst>
              <a:ext uri="{FF2B5EF4-FFF2-40B4-BE49-F238E27FC236}">
                <a16:creationId xmlns:a16="http://schemas.microsoft.com/office/drawing/2014/main" id="{13289889-8FB7-1B0C-69BB-FEBD27346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9638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54322" name="AutoShape 1042">
            <a:extLst>
              <a:ext uri="{FF2B5EF4-FFF2-40B4-BE49-F238E27FC236}">
                <a16:creationId xmlns:a16="http://schemas.microsoft.com/office/drawing/2014/main" id="{2A810E8D-5101-6818-7511-1F871C871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1763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54323" name="AutoShape 1043">
            <a:extLst>
              <a:ext uri="{FF2B5EF4-FFF2-40B4-BE49-F238E27FC236}">
                <a16:creationId xmlns:a16="http://schemas.microsoft.com/office/drawing/2014/main" id="{098A8C55-41A5-D562-0041-DB854E743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46062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54324" name="Rectangle 1044">
            <a:extLst>
              <a:ext uri="{FF2B5EF4-FFF2-40B4-BE49-F238E27FC236}">
                <a16:creationId xmlns:a16="http://schemas.microsoft.com/office/drawing/2014/main" id="{CC2CD271-991E-CF0F-6B26-BC4C7012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738" y="3597275"/>
            <a:ext cx="1306512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54325" name="AutoShape 1045">
            <a:extLst>
              <a:ext uri="{FF2B5EF4-FFF2-40B4-BE49-F238E27FC236}">
                <a16:creationId xmlns:a16="http://schemas.microsoft.com/office/drawing/2014/main" id="{A38F7612-9B00-7D1E-A01A-04C2C9166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3094038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052">
            <a:extLst>
              <a:ext uri="{FF2B5EF4-FFF2-40B4-BE49-F238E27FC236}">
                <a16:creationId xmlns:a16="http://schemas.microsoft.com/office/drawing/2014/main" id="{644F8BBC-1C40-B961-6E6F-7090724A4A1E}"/>
              </a:ext>
            </a:extLst>
          </p:cNvPr>
          <p:cNvGrpSpPr>
            <a:grpSpLocks/>
          </p:cNvGrpSpPr>
          <p:nvPr/>
        </p:nvGrpSpPr>
        <p:grpSpPr bwMode="auto">
          <a:xfrm>
            <a:off x="2851150" y="3597275"/>
            <a:ext cx="3176588" cy="520700"/>
            <a:chOff x="1796" y="2266"/>
            <a:chExt cx="2001" cy="328"/>
          </a:xfrm>
        </p:grpSpPr>
        <p:sp>
          <p:nvSpPr>
            <p:cNvPr id="26660" name="Rectangle 1049">
              <a:extLst>
                <a:ext uri="{FF2B5EF4-FFF2-40B4-BE49-F238E27FC236}">
                  <a16:creationId xmlns:a16="http://schemas.microsoft.com/office/drawing/2014/main" id="{1F00EDBC-DAF6-FF02-8D00-A0F99A295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266"/>
              <a:ext cx="373" cy="3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TH</a:t>
              </a:r>
            </a:p>
          </p:txBody>
        </p:sp>
        <p:sp>
          <p:nvSpPr>
            <p:cNvPr id="26661" name="Rectangle 1051">
              <a:extLst>
                <a:ext uri="{FF2B5EF4-FFF2-40B4-BE49-F238E27FC236}">
                  <a16:creationId xmlns:a16="http://schemas.microsoft.com/office/drawing/2014/main" id="{6EE93368-CD60-22A4-6BCD-96D4BA6CF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6" y="2485"/>
              <a:ext cx="68" cy="5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54330" name="Rectangle 1050">
            <a:extLst>
              <a:ext uri="{FF2B5EF4-FFF2-40B4-BE49-F238E27FC236}">
                <a16:creationId xmlns:a16="http://schemas.microsoft.com/office/drawing/2014/main" id="{E64C102A-2C79-5A3E-7DFB-D580ED9B6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3597275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Segment</a:t>
            </a:r>
          </a:p>
        </p:txBody>
      </p:sp>
      <p:grpSp>
        <p:nvGrpSpPr>
          <p:cNvPr id="3" name="Group 1053">
            <a:extLst>
              <a:ext uri="{FF2B5EF4-FFF2-40B4-BE49-F238E27FC236}">
                <a16:creationId xmlns:a16="http://schemas.microsoft.com/office/drawing/2014/main" id="{A784183B-646D-CFDB-F6BD-34AD019A8197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1585913"/>
            <a:ext cx="2514600" cy="4540250"/>
            <a:chOff x="1733" y="900"/>
            <a:chExt cx="1584" cy="2860"/>
          </a:xfrm>
        </p:grpSpPr>
        <p:sp>
          <p:nvSpPr>
            <p:cNvPr id="354334" name="Rectangle 1054">
              <a:extLst>
                <a:ext uri="{FF2B5EF4-FFF2-40B4-BE49-F238E27FC236}">
                  <a16:creationId xmlns:a16="http://schemas.microsoft.com/office/drawing/2014/main" id="{479D84B8-DFEC-EB21-461F-09F4BF320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900"/>
              <a:ext cx="1584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Application </a:t>
              </a:r>
            </a:p>
          </p:txBody>
        </p:sp>
        <p:sp>
          <p:nvSpPr>
            <p:cNvPr id="354335" name="Rectangle 1055">
              <a:extLst>
                <a:ext uri="{FF2B5EF4-FFF2-40B4-BE49-F238E27FC236}">
                  <a16:creationId xmlns:a16="http://schemas.microsoft.com/office/drawing/2014/main" id="{B5D9A855-12BC-5417-C208-8975FE874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306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354336" name="Rectangle 1056">
              <a:extLst>
                <a:ext uri="{FF2B5EF4-FFF2-40B4-BE49-F238E27FC236}">
                  <a16:creationId xmlns:a16="http://schemas.microsoft.com/office/drawing/2014/main" id="{48062465-1C74-6FD2-4CD0-4535CFC7A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716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  <p:sp>
          <p:nvSpPr>
            <p:cNvPr id="354337" name="Rectangle 1057">
              <a:extLst>
                <a:ext uri="{FF2B5EF4-FFF2-40B4-BE49-F238E27FC236}">
                  <a16:creationId xmlns:a16="http://schemas.microsoft.com/office/drawing/2014/main" id="{26C16C97-F14F-6F4F-7289-725860675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123"/>
              <a:ext cx="1584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Transport  </a:t>
              </a:r>
            </a:p>
          </p:txBody>
        </p:sp>
        <p:sp>
          <p:nvSpPr>
            <p:cNvPr id="354338" name="Rectangle 1058">
              <a:extLst>
                <a:ext uri="{FF2B5EF4-FFF2-40B4-BE49-F238E27FC236}">
                  <a16:creationId xmlns:a16="http://schemas.microsoft.com/office/drawing/2014/main" id="{12DB8379-7429-90E0-7AF7-107832F58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530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354339" name="Rectangle 1059">
              <a:extLst>
                <a:ext uri="{FF2B5EF4-FFF2-40B4-BE49-F238E27FC236}">
                  <a16:creationId xmlns:a16="http://schemas.microsoft.com/office/drawing/2014/main" id="{A2921C1B-F75B-2E57-255E-BF5045D7F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940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354340" name="Rectangle 1060">
              <a:extLst>
                <a:ext uri="{FF2B5EF4-FFF2-40B4-BE49-F238E27FC236}">
                  <a16:creationId xmlns:a16="http://schemas.microsoft.com/office/drawing/2014/main" id="{035C469A-3BF0-FD19-2674-4FD50AA1F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3350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26638" name="Date Placeholder 3">
            <a:extLst>
              <a:ext uri="{FF2B5EF4-FFF2-40B4-BE49-F238E27FC236}">
                <a16:creationId xmlns:a16="http://schemas.microsoft.com/office/drawing/2014/main" id="{6E1E512E-72A9-7D2B-3BB0-2090A74F15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980D3A8-BA23-4173-8819-76AB255AC211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6639" name="Footer Placeholder 4">
            <a:extLst>
              <a:ext uri="{FF2B5EF4-FFF2-40B4-BE49-F238E27FC236}">
                <a16:creationId xmlns:a16="http://schemas.microsoft.com/office/drawing/2014/main" id="{142FB536-6035-CF71-E5B1-ADB654585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6640" name="Slide Number Placeholder 5">
            <a:extLst>
              <a:ext uri="{FF2B5EF4-FFF2-40B4-BE49-F238E27FC236}">
                <a16:creationId xmlns:a16="http://schemas.microsoft.com/office/drawing/2014/main" id="{88CA60BD-92CF-8E77-B045-26F4FFB4808C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912599EC-14EF-4A39-81B7-88FD2ECDBF94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20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78E29080-78A8-5824-E23D-4E46328BA607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7" name="Trapezoid 26">
            <a:extLst>
              <a:ext uri="{FF2B5EF4-FFF2-40B4-BE49-F238E27FC236}">
                <a16:creationId xmlns:a16="http://schemas.microsoft.com/office/drawing/2014/main" id="{595632DF-3A1E-A92F-03A7-71AFD24270F8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86B7288C-2281-285F-7C6D-F75158370DF1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FD52CB13-ADAE-652F-D195-2D3E1565850E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4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4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5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54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4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19" grpId="0" animBg="1" autoUpdateAnimBg="0"/>
      <p:bldP spid="354320" grpId="0" animBg="1" autoUpdateAnimBg="0"/>
      <p:bldP spid="354321" grpId="0" animBg="1" autoUpdateAnimBg="0"/>
      <p:bldP spid="354322" grpId="0" animBg="1"/>
      <p:bldP spid="354323" grpId="0" animBg="1"/>
      <p:bldP spid="354324" grpId="0" animBg="1" autoUpdateAnimBg="0"/>
      <p:bldP spid="354325" grpId="0" animBg="1"/>
      <p:bldP spid="354330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DAC91452-DE14-F4E6-C746-9F7F61ED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FF2F030-4193-42A2-AD58-923E8C83BE1D}" type="slidenum">
              <a:rPr lang="en-US" altLang="en-US" sz="1200">
                <a:solidFill>
                  <a:srgbClr val="898989"/>
                </a:solidFill>
              </a:rPr>
              <a:pPr/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AC852A4-61C8-AA7B-5968-B077BC852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Network Layer</a:t>
            </a: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0F72CA31-AE9C-FECD-B793-877470C43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8" y="1216025"/>
            <a:ext cx="593725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>
                <a:solidFill>
                  <a:schemeClr val="folHlink"/>
                </a:solidFill>
              </a:rPr>
              <a:t>    Network Layer</a:t>
            </a:r>
            <a:r>
              <a:rPr lang="en-US" altLang="ja-JP"/>
              <a:t>  </a:t>
            </a:r>
            <a:endParaRPr lang="en-US" altLang="ja-JP" sz="1800"/>
          </a:p>
          <a:p>
            <a:pPr algn="l" eaLnBrk="1" hangingPunct="1">
              <a:spcBef>
                <a:spcPct val="20000"/>
              </a:spcBef>
            </a:pPr>
            <a:r>
              <a:rPr lang="en-US" altLang="ja-JP" sz="1800"/>
              <a:t>    It provides Logical addressing &amp; Path determination (Routing) in this layer.</a:t>
            </a:r>
          </a:p>
          <a:p>
            <a:pPr algn="l" eaLnBrk="1" hangingPunct="1">
              <a:spcBef>
                <a:spcPct val="20000"/>
              </a:spcBef>
            </a:pPr>
            <a:endParaRPr lang="en-US" altLang="ja-JP" sz="1800"/>
          </a:p>
          <a:p>
            <a:pPr algn="l" eaLnBrk="1" hangingPunct="1">
              <a:spcBef>
                <a:spcPct val="20000"/>
              </a:spcBef>
            </a:pPr>
            <a:r>
              <a:rPr lang="en-US" altLang="ja-JP" sz="1800"/>
              <a:t>    The protocols that work in this layer are: </a:t>
            </a: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ja-JP" sz="1800"/>
              <a:t>    </a:t>
            </a:r>
            <a:r>
              <a:rPr lang="en-US" altLang="ja-JP" sz="1600"/>
              <a:t> </a:t>
            </a:r>
            <a:r>
              <a:rPr lang="en-US" altLang="ja-JP">
                <a:solidFill>
                  <a:schemeClr val="folHlink"/>
                </a:solidFill>
              </a:rPr>
              <a:t>Routed Protocols</a:t>
            </a:r>
            <a:r>
              <a:rPr lang="en-US" altLang="ja-JP" sz="1800"/>
              <a:t>: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/>
              <a:t>     IP, IPX, AppleTalk.. Etc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/>
              <a:t>     Routed protocols used to carry user data between hosts.</a:t>
            </a:r>
          </a:p>
          <a:p>
            <a:pPr algn="l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ja-JP" sz="1600"/>
              <a:t>     </a:t>
            </a:r>
            <a:r>
              <a:rPr lang="en-US" altLang="ja-JP">
                <a:solidFill>
                  <a:schemeClr val="folHlink"/>
                </a:solidFill>
              </a:rPr>
              <a:t>Routing Protocols</a:t>
            </a:r>
            <a:r>
              <a:rPr lang="en-US" altLang="ja-JP" sz="1800"/>
              <a:t>: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/>
              <a:t>     RIP, OSPF.. Etc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/>
              <a:t>     Routing protocols performs Path determination (Routing).</a:t>
            </a:r>
          </a:p>
          <a:p>
            <a:pPr algn="l" eaLnBrk="1" hangingPunct="1">
              <a:spcBef>
                <a:spcPct val="20000"/>
              </a:spcBef>
            </a:pPr>
            <a:endParaRPr lang="en-US" altLang="ja-JP" sz="1800"/>
          </a:p>
          <a:p>
            <a:pPr algn="l" eaLnBrk="1" hangingPunct="1">
              <a:spcBef>
                <a:spcPct val="20000"/>
              </a:spcBef>
            </a:pPr>
            <a:r>
              <a:rPr lang="en-US" altLang="ja-JP"/>
              <a:t>    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D27B1559-E9BF-B93D-8749-518F3652C653}"/>
              </a:ext>
            </a:extLst>
          </p:cNvPr>
          <p:cNvGrpSpPr>
            <a:grpSpLocks/>
          </p:cNvGrpSpPr>
          <p:nvPr/>
        </p:nvGrpSpPr>
        <p:grpSpPr bwMode="auto">
          <a:xfrm>
            <a:off x="0" y="1152525"/>
            <a:ext cx="2655888" cy="4845050"/>
            <a:chOff x="1717" y="894"/>
            <a:chExt cx="1673" cy="2991"/>
          </a:xfrm>
        </p:grpSpPr>
        <p:grpSp>
          <p:nvGrpSpPr>
            <p:cNvPr id="27670" name="Group 36">
              <a:extLst>
                <a:ext uri="{FF2B5EF4-FFF2-40B4-BE49-F238E27FC236}">
                  <a16:creationId xmlns:a16="http://schemas.microsoft.com/office/drawing/2014/main" id="{6F1C4DD4-46B6-AB12-286D-3F63DC89E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" y="900"/>
              <a:ext cx="1584" cy="2860"/>
              <a:chOff x="1733" y="900"/>
              <a:chExt cx="1584" cy="2860"/>
            </a:xfrm>
          </p:grpSpPr>
          <p:sp>
            <p:nvSpPr>
              <p:cNvPr id="359461" name="Rectangle 37">
                <a:extLst>
                  <a:ext uri="{FF2B5EF4-FFF2-40B4-BE49-F238E27FC236}">
                    <a16:creationId xmlns:a16="http://schemas.microsoft.com/office/drawing/2014/main" id="{544C158B-8CE7-7C7B-2982-B0E071A9F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900"/>
                <a:ext cx="1584" cy="410"/>
              </a:xfrm>
              <a:prstGeom prst="rect">
                <a:avLst/>
              </a:prstGeom>
              <a:solidFill>
                <a:srgbClr val="C0C0C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Application </a:t>
                </a:r>
              </a:p>
            </p:txBody>
          </p:sp>
          <p:sp>
            <p:nvSpPr>
              <p:cNvPr id="359462" name="Rectangle 38">
                <a:extLst>
                  <a:ext uri="{FF2B5EF4-FFF2-40B4-BE49-F238E27FC236}">
                    <a16:creationId xmlns:a16="http://schemas.microsoft.com/office/drawing/2014/main" id="{E2B19A2C-021E-274E-D95E-338293F3D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306"/>
                <a:ext cx="1584" cy="411"/>
              </a:xfrm>
              <a:prstGeom prst="rect">
                <a:avLst/>
              </a:prstGeom>
              <a:solidFill>
                <a:srgbClr val="99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Presentation</a:t>
                </a:r>
              </a:p>
            </p:txBody>
          </p:sp>
          <p:sp>
            <p:nvSpPr>
              <p:cNvPr id="359463" name="Rectangle 39">
                <a:extLst>
                  <a:ext uri="{FF2B5EF4-FFF2-40B4-BE49-F238E27FC236}">
                    <a16:creationId xmlns:a16="http://schemas.microsoft.com/office/drawing/2014/main" id="{2A6179A4-BFA8-B112-24BA-791C86CB9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716"/>
                <a:ext cx="1584" cy="409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Session</a:t>
                </a:r>
              </a:p>
            </p:txBody>
          </p:sp>
          <p:sp>
            <p:nvSpPr>
              <p:cNvPr id="359464" name="Rectangle 40">
                <a:extLst>
                  <a:ext uri="{FF2B5EF4-FFF2-40B4-BE49-F238E27FC236}">
                    <a16:creationId xmlns:a16="http://schemas.microsoft.com/office/drawing/2014/main" id="{04214E68-5AC1-C270-2E06-48A20CD19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123"/>
                <a:ext cx="1584" cy="410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Transport  </a:t>
                </a:r>
              </a:p>
            </p:txBody>
          </p:sp>
          <p:sp>
            <p:nvSpPr>
              <p:cNvPr id="359465" name="Rectangle 41">
                <a:extLst>
                  <a:ext uri="{FF2B5EF4-FFF2-40B4-BE49-F238E27FC236}">
                    <a16:creationId xmlns:a16="http://schemas.microsoft.com/office/drawing/2014/main" id="{0621AC59-F6D9-55F0-5418-90C66602D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530"/>
                <a:ext cx="1584" cy="410"/>
              </a:xfrm>
              <a:prstGeom prst="rect">
                <a:avLst/>
              </a:prstGeom>
              <a:solidFill>
                <a:srgbClr val="FF99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Network   </a:t>
                </a:r>
              </a:p>
            </p:txBody>
          </p:sp>
          <p:sp>
            <p:nvSpPr>
              <p:cNvPr id="359466" name="Rectangle 42">
                <a:extLst>
                  <a:ext uri="{FF2B5EF4-FFF2-40B4-BE49-F238E27FC236}">
                    <a16:creationId xmlns:a16="http://schemas.microsoft.com/office/drawing/2014/main" id="{22D5B065-CBA9-74F6-1A55-B1F89F923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939"/>
                <a:ext cx="1584" cy="411"/>
              </a:xfrm>
              <a:prstGeom prst="rect">
                <a:avLst/>
              </a:prstGeom>
              <a:solidFill>
                <a:srgbClr val="66FF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Data Link</a:t>
                </a:r>
              </a:p>
            </p:txBody>
          </p:sp>
          <p:sp>
            <p:nvSpPr>
              <p:cNvPr id="359467" name="Rectangle 43">
                <a:extLst>
                  <a:ext uri="{FF2B5EF4-FFF2-40B4-BE49-F238E27FC236}">
                    <a16:creationId xmlns:a16="http://schemas.microsoft.com/office/drawing/2014/main" id="{5CC2B5E0-9119-0380-DB6D-AAB708AA5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3350"/>
                <a:ext cx="1584" cy="410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Physical</a:t>
                </a:r>
              </a:p>
            </p:txBody>
          </p:sp>
        </p:grpSp>
        <p:sp>
          <p:nvSpPr>
            <p:cNvPr id="27671" name="Rectangle 44">
              <a:extLst>
                <a:ext uri="{FF2B5EF4-FFF2-40B4-BE49-F238E27FC236}">
                  <a16:creationId xmlns:a16="http://schemas.microsoft.com/office/drawing/2014/main" id="{390B4591-C688-3AD4-2E37-B669ABDEA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894"/>
              <a:ext cx="1673" cy="2991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59448" name="Rectangle 24">
            <a:extLst>
              <a:ext uri="{FF2B5EF4-FFF2-40B4-BE49-F238E27FC236}">
                <a16:creationId xmlns:a16="http://schemas.microsoft.com/office/drawing/2014/main" id="{5FADA8F0-BF4F-B004-52E7-9CAF0D0A1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36988"/>
            <a:ext cx="2514600" cy="650875"/>
          </a:xfrm>
          <a:prstGeom prst="rect">
            <a:avLst/>
          </a:prstGeom>
          <a:solidFill>
            <a:srgbClr val="FF9966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Network   </a:t>
            </a:r>
          </a:p>
        </p:txBody>
      </p:sp>
      <p:sp>
        <p:nvSpPr>
          <p:cNvPr id="27655" name="Date Placeholder 3">
            <a:extLst>
              <a:ext uri="{FF2B5EF4-FFF2-40B4-BE49-F238E27FC236}">
                <a16:creationId xmlns:a16="http://schemas.microsoft.com/office/drawing/2014/main" id="{FFECBB28-D484-EA6B-C405-DB48B3CE1D7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2FC5F37-DEB3-4FE9-B661-BE5E786E0F7A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7656" name="Footer Placeholder 4">
            <a:extLst>
              <a:ext uri="{FF2B5EF4-FFF2-40B4-BE49-F238E27FC236}">
                <a16:creationId xmlns:a16="http://schemas.microsoft.com/office/drawing/2014/main" id="{EFF80FD9-C9EA-6396-9196-01B74C4F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7657" name="Slide Number Placeholder 5">
            <a:extLst>
              <a:ext uri="{FF2B5EF4-FFF2-40B4-BE49-F238E27FC236}">
                <a16:creationId xmlns:a16="http://schemas.microsoft.com/office/drawing/2014/main" id="{5769F81A-F7A8-0B7F-0746-D335BD768F57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E71382EB-1654-468A-857E-36D77FD7F9F6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4BD32A17-9909-9E56-989C-1EFC1E36A5C5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F4386CED-1645-45BF-C8BE-BBA51FE522CB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BBCF8823-58FE-CA96-A0CC-A5B8D0D69D60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02BFF1D5-091A-4D0E-8C7B-07186496926D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9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9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9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build="p" bldLvl="2" autoUpdateAnimBg="0"/>
      <p:bldP spid="35944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>
            <a:extLst>
              <a:ext uri="{FF2B5EF4-FFF2-40B4-BE49-F238E27FC236}">
                <a16:creationId xmlns:a16="http://schemas.microsoft.com/office/drawing/2014/main" id="{3C322196-7B45-2FF5-09AC-F9566524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38D76E5-C3CB-4A6C-977F-E23C0D72D128}" type="slidenum">
              <a:rPr lang="en-US" altLang="en-US" sz="1200">
                <a:solidFill>
                  <a:srgbClr val="898989"/>
                </a:solidFill>
              </a:rPr>
              <a:pPr/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65644" name="AutoShape 76">
            <a:extLst>
              <a:ext uri="{FF2B5EF4-FFF2-40B4-BE49-F238E27FC236}">
                <a16:creationId xmlns:a16="http://schemas.microsoft.com/office/drawing/2014/main" id="{0C89B8DB-FF49-0C61-4E26-96A1804A9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2405063"/>
            <a:ext cx="1149350" cy="288925"/>
          </a:xfrm>
          <a:prstGeom prst="triangle">
            <a:avLst>
              <a:gd name="adj" fmla="val 50000"/>
            </a:avLst>
          </a:prstGeom>
          <a:solidFill>
            <a:srgbClr val="3399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0A43EB23-734F-E219-8626-188C7F35DDED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459288"/>
            <a:ext cx="5686425" cy="534987"/>
            <a:chOff x="969" y="2965"/>
            <a:chExt cx="3582" cy="337"/>
          </a:xfrm>
        </p:grpSpPr>
        <p:graphicFrame>
          <p:nvGraphicFramePr>
            <p:cNvPr id="4102" name="Object 1028">
              <a:extLst>
                <a:ext uri="{FF2B5EF4-FFF2-40B4-BE49-F238E27FC236}">
                  <a16:creationId xmlns:a16="http://schemas.microsoft.com/office/drawing/2014/main" id="{F3283111-8560-B001-F838-B193CD885F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4102" name="Object 1028">
                          <a:extLst>
                            <a:ext uri="{FF2B5EF4-FFF2-40B4-BE49-F238E27FC236}">
                              <a16:creationId xmlns:a16="http://schemas.microsoft.com/office/drawing/2014/main" id="{F3283111-8560-B001-F838-B193CD885F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53" name="Rectangle 10">
              <a:extLst>
                <a:ext uri="{FF2B5EF4-FFF2-40B4-BE49-F238E27FC236}">
                  <a16:creationId xmlns:a16="http://schemas.microsoft.com/office/drawing/2014/main" id="{9EE6D1FE-AB95-B129-1665-68A4E26ED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0D9AD579-5603-85EF-646D-AE0E70D15CD3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459288"/>
            <a:ext cx="5686425" cy="534987"/>
            <a:chOff x="969" y="2965"/>
            <a:chExt cx="3582" cy="337"/>
          </a:xfrm>
        </p:grpSpPr>
        <p:graphicFrame>
          <p:nvGraphicFramePr>
            <p:cNvPr id="4101" name="Object 1027">
              <a:extLst>
                <a:ext uri="{FF2B5EF4-FFF2-40B4-BE49-F238E27FC236}">
                  <a16:creationId xmlns:a16="http://schemas.microsoft.com/office/drawing/2014/main" id="{17140090-268B-C5D0-56A5-C033D0110B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4101" name="Object 1027">
                          <a:extLst>
                            <a:ext uri="{FF2B5EF4-FFF2-40B4-BE49-F238E27FC236}">
                              <a16:creationId xmlns:a16="http://schemas.microsoft.com/office/drawing/2014/main" id="{17140090-268B-C5D0-56A5-C033D0110B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52" name="Rectangle 13">
              <a:extLst>
                <a:ext uri="{FF2B5EF4-FFF2-40B4-BE49-F238E27FC236}">
                  <a16:creationId xmlns:a16="http://schemas.microsoft.com/office/drawing/2014/main" id="{06817C1F-391A-A549-5F00-3C28A0CBC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BEF6F9E3-F29E-4A5D-0BD0-C2E48C250DE8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459288"/>
            <a:ext cx="5686425" cy="534987"/>
            <a:chOff x="969" y="2965"/>
            <a:chExt cx="3582" cy="337"/>
          </a:xfrm>
        </p:grpSpPr>
        <p:graphicFrame>
          <p:nvGraphicFramePr>
            <p:cNvPr id="4100" name="Object 1026">
              <a:extLst>
                <a:ext uri="{FF2B5EF4-FFF2-40B4-BE49-F238E27FC236}">
                  <a16:creationId xmlns:a16="http://schemas.microsoft.com/office/drawing/2014/main" id="{DE93843F-A9F3-A833-C1EC-D4E46ECB31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4100" name="Object 1026">
                          <a:extLst>
                            <a:ext uri="{FF2B5EF4-FFF2-40B4-BE49-F238E27FC236}">
                              <a16:creationId xmlns:a16="http://schemas.microsoft.com/office/drawing/2014/main" id="{DE93843F-A9F3-A833-C1EC-D4E46ECB31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51" name="Rectangle 16">
              <a:extLst>
                <a:ext uri="{FF2B5EF4-FFF2-40B4-BE49-F238E27FC236}">
                  <a16:creationId xmlns:a16="http://schemas.microsoft.com/office/drawing/2014/main" id="{576FE4C5-8F23-3576-981D-662ABD0B5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918E88B5-AF75-874E-0EC2-FB8BB339080A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459288"/>
            <a:ext cx="5686425" cy="534987"/>
            <a:chOff x="969" y="2965"/>
            <a:chExt cx="3582" cy="337"/>
          </a:xfrm>
        </p:grpSpPr>
        <p:graphicFrame>
          <p:nvGraphicFramePr>
            <p:cNvPr id="4099" name="Object 1025">
              <a:extLst>
                <a:ext uri="{FF2B5EF4-FFF2-40B4-BE49-F238E27FC236}">
                  <a16:creationId xmlns:a16="http://schemas.microsoft.com/office/drawing/2014/main" id="{D26775A6-8DCA-B150-2557-9CD43BCA7E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4099" name="Object 1025">
                          <a:extLst>
                            <a:ext uri="{FF2B5EF4-FFF2-40B4-BE49-F238E27FC236}">
                              <a16:creationId xmlns:a16="http://schemas.microsoft.com/office/drawing/2014/main" id="{D26775A6-8DCA-B150-2557-9CD43BCA7E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50" name="Rectangle 19">
              <a:extLst>
                <a:ext uri="{FF2B5EF4-FFF2-40B4-BE49-F238E27FC236}">
                  <a16:creationId xmlns:a16="http://schemas.microsoft.com/office/drawing/2014/main" id="{A919B2B5-4324-9FBA-86B7-F40047238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6" name="Group 20">
            <a:extLst>
              <a:ext uri="{FF2B5EF4-FFF2-40B4-BE49-F238E27FC236}">
                <a16:creationId xmlns:a16="http://schemas.microsoft.com/office/drawing/2014/main" id="{494B540D-2A81-EA69-4160-F77CEE3CA3BC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459288"/>
            <a:ext cx="5686425" cy="534987"/>
            <a:chOff x="969" y="2965"/>
            <a:chExt cx="3582" cy="337"/>
          </a:xfrm>
        </p:grpSpPr>
        <p:graphicFrame>
          <p:nvGraphicFramePr>
            <p:cNvPr id="4098" name="Object 1024">
              <a:extLst>
                <a:ext uri="{FF2B5EF4-FFF2-40B4-BE49-F238E27FC236}">
                  <a16:creationId xmlns:a16="http://schemas.microsoft.com/office/drawing/2014/main" id="{F4884116-0802-E495-7EA7-A2B672C4ED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4098" name="Object 1024">
                          <a:extLst>
                            <a:ext uri="{FF2B5EF4-FFF2-40B4-BE49-F238E27FC236}">
                              <a16:creationId xmlns:a16="http://schemas.microsoft.com/office/drawing/2014/main" id="{F4884116-0802-E495-7EA7-A2B672C4ED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49" name="Rectangle 22">
              <a:extLst>
                <a:ext uri="{FF2B5EF4-FFF2-40B4-BE49-F238E27FC236}">
                  <a16:creationId xmlns:a16="http://schemas.microsoft.com/office/drawing/2014/main" id="{B73D0171-11B1-ED32-D8F8-D5D15A44A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110" name="Rectangle 23">
            <a:extLst>
              <a:ext uri="{FF2B5EF4-FFF2-40B4-BE49-F238E27FC236}">
                <a16:creationId xmlns:a16="http://schemas.microsoft.com/office/drawing/2014/main" id="{C4E43173-0031-6E4E-612F-6A87161C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Routed Protocols</a:t>
            </a:r>
            <a:endParaRPr lang="en-US" altLang="en-US" sz="240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BF4D3F78-48F2-695F-1405-4F71FC715B8A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489450"/>
            <a:ext cx="6119813" cy="1906588"/>
            <a:chOff x="846" y="2984"/>
            <a:chExt cx="3855" cy="1201"/>
          </a:xfrm>
        </p:grpSpPr>
        <p:sp>
          <p:nvSpPr>
            <p:cNvPr id="4140" name="Text Box 26">
              <a:extLst>
                <a:ext uri="{FF2B5EF4-FFF2-40B4-BE49-F238E27FC236}">
                  <a16:creationId xmlns:a16="http://schemas.microsoft.com/office/drawing/2014/main" id="{B1DE88CA-AA31-3C80-5081-F4A2A188C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3839"/>
              <a:ext cx="67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500"/>
                <a:t>10.0.0.1</a:t>
              </a:r>
            </a:p>
            <a:p>
              <a:endParaRPr lang="en-US" altLang="en-US" sz="1500"/>
            </a:p>
          </p:txBody>
        </p:sp>
        <p:sp>
          <p:nvSpPr>
            <p:cNvPr id="4141" name="Text Box 27">
              <a:extLst>
                <a:ext uri="{FF2B5EF4-FFF2-40B4-BE49-F238E27FC236}">
                  <a16:creationId xmlns:a16="http://schemas.microsoft.com/office/drawing/2014/main" id="{EE50BE46-AFA9-F5CA-6110-B5DB3A49C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9" y="3839"/>
              <a:ext cx="67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500"/>
                <a:t>10.0.0.2</a:t>
              </a:r>
            </a:p>
          </p:txBody>
        </p:sp>
        <p:grpSp>
          <p:nvGrpSpPr>
            <p:cNvPr id="4142" name="Group 28">
              <a:extLst>
                <a:ext uri="{FF2B5EF4-FFF2-40B4-BE49-F238E27FC236}">
                  <a16:creationId xmlns:a16="http://schemas.microsoft.com/office/drawing/2014/main" id="{A64ED80D-C293-0D05-1B93-F863D2623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grpSp>
            <p:nvGrpSpPr>
              <p:cNvPr id="4143" name="Group 29">
                <a:extLst>
                  <a:ext uri="{FF2B5EF4-FFF2-40B4-BE49-F238E27FC236}">
                    <a16:creationId xmlns:a16="http://schemas.microsoft.com/office/drawing/2014/main" id="{88F13CFE-9B4F-035C-C32F-772772F0A3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6" y="2984"/>
                <a:ext cx="3855" cy="759"/>
                <a:chOff x="846" y="2984"/>
                <a:chExt cx="3855" cy="759"/>
              </a:xfrm>
            </p:grpSpPr>
            <p:pic>
              <p:nvPicPr>
                <p:cNvPr id="4146" name="Picture 30">
                  <a:extLst>
                    <a:ext uri="{FF2B5EF4-FFF2-40B4-BE49-F238E27FC236}">
                      <a16:creationId xmlns:a16="http://schemas.microsoft.com/office/drawing/2014/main" id="{BE2304FB-FD98-1AA5-196E-6C299B07E50A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47" name="Picture 31">
                  <a:extLst>
                    <a:ext uri="{FF2B5EF4-FFF2-40B4-BE49-F238E27FC236}">
                      <a16:creationId xmlns:a16="http://schemas.microsoft.com/office/drawing/2014/main" id="{242BC249-09CB-5493-BF48-CE7A94BD4C9A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2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4148" name="AutoShape 32">
                  <a:extLst>
                    <a:ext uri="{FF2B5EF4-FFF2-40B4-BE49-F238E27FC236}">
                      <a16:creationId xmlns:a16="http://schemas.microsoft.com/office/drawing/2014/main" id="{CDE55B00-AE44-8E94-7B5A-6CFCB3CC6A4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685" y="3364"/>
                  <a:ext cx="2177" cy="0"/>
                </a:xfrm>
                <a:prstGeom prst="straightConnector1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4144" name="Text Box 33">
                <a:extLst>
                  <a:ext uri="{FF2B5EF4-FFF2-40B4-BE49-F238E27FC236}">
                    <a16:creationId xmlns:a16="http://schemas.microsoft.com/office/drawing/2014/main" id="{2EFFCE0D-D8BC-9FC7-0F40-0282D55103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7" y="3091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2400">
                    <a:solidFill>
                      <a:srgbClr val="FF6600"/>
                    </a:solidFill>
                  </a:rPr>
                  <a:t>A</a:t>
                </a:r>
              </a:p>
            </p:txBody>
          </p:sp>
          <p:sp>
            <p:nvSpPr>
              <p:cNvPr id="4145" name="Text Box 34">
                <a:extLst>
                  <a:ext uri="{FF2B5EF4-FFF2-40B4-BE49-F238E27FC236}">
                    <a16:creationId xmlns:a16="http://schemas.microsoft.com/office/drawing/2014/main" id="{F9332C81-D7CA-3B28-E7DB-0A1C6299FF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4" y="3091"/>
                <a:ext cx="26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2400">
                    <a:solidFill>
                      <a:srgbClr val="FF6600"/>
                    </a:solidFill>
                  </a:rPr>
                  <a:t>B</a:t>
                </a:r>
              </a:p>
            </p:txBody>
          </p:sp>
        </p:grpSp>
      </p:grpSp>
      <p:sp>
        <p:nvSpPr>
          <p:cNvPr id="365646" name="Rectangle 78">
            <a:extLst>
              <a:ext uri="{FF2B5EF4-FFF2-40B4-BE49-F238E27FC236}">
                <a16:creationId xmlns:a16="http://schemas.microsoft.com/office/drawing/2014/main" id="{DEE72124-5BA5-C6DD-A76B-4CF4726B4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5" y="1608138"/>
            <a:ext cx="1090613" cy="38735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365645" name="AutoShape 77">
            <a:extLst>
              <a:ext uri="{FF2B5EF4-FFF2-40B4-BE49-F238E27FC236}">
                <a16:creationId xmlns:a16="http://schemas.microsoft.com/office/drawing/2014/main" id="{48B165A8-B2D7-63EF-EF00-F21892EB995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350963" y="2719388"/>
            <a:ext cx="1111250" cy="244475"/>
          </a:xfrm>
          <a:prstGeom prst="triangle">
            <a:avLst>
              <a:gd name="adj" fmla="val 50000"/>
            </a:avLst>
          </a:prstGeom>
          <a:solidFill>
            <a:srgbClr val="3399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65647" name="Freeform 79">
            <a:extLst>
              <a:ext uri="{FF2B5EF4-FFF2-40B4-BE49-F238E27FC236}">
                <a16:creationId xmlns:a16="http://schemas.microsoft.com/office/drawing/2014/main" id="{74BDDBB1-1C4D-99D2-6FE5-3C62379D5F8B}"/>
              </a:ext>
            </a:extLst>
          </p:cNvPr>
          <p:cNvSpPr>
            <a:spLocks/>
          </p:cNvSpPr>
          <p:nvPr/>
        </p:nvSpPr>
        <p:spPr bwMode="auto">
          <a:xfrm>
            <a:off x="1298575" y="2713038"/>
            <a:ext cx="1227138" cy="706437"/>
          </a:xfrm>
          <a:custGeom>
            <a:avLst/>
            <a:gdLst>
              <a:gd name="T0" fmla="*/ 8 w 773"/>
              <a:gd name="T1" fmla="*/ 0 h 445"/>
              <a:gd name="T2" fmla="*/ 0 w 773"/>
              <a:gd name="T3" fmla="*/ 445 h 445"/>
              <a:gd name="T4" fmla="*/ 773 w 773"/>
              <a:gd name="T5" fmla="*/ 445 h 445"/>
              <a:gd name="T6" fmla="*/ 773 w 773"/>
              <a:gd name="T7" fmla="*/ 0 h 445"/>
              <a:gd name="T8" fmla="*/ 386 w 773"/>
              <a:gd name="T9" fmla="*/ 166 h 445"/>
              <a:gd name="T10" fmla="*/ 8 w 773"/>
              <a:gd name="T11" fmla="*/ 9 h 4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73"/>
              <a:gd name="T19" fmla="*/ 0 h 445"/>
              <a:gd name="T20" fmla="*/ 773 w 773"/>
              <a:gd name="T21" fmla="*/ 445 h 4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73" h="445">
                <a:moveTo>
                  <a:pt x="8" y="0"/>
                </a:moveTo>
                <a:lnTo>
                  <a:pt x="0" y="445"/>
                </a:lnTo>
                <a:lnTo>
                  <a:pt x="773" y="445"/>
                </a:lnTo>
                <a:lnTo>
                  <a:pt x="773" y="0"/>
                </a:lnTo>
                <a:lnTo>
                  <a:pt x="386" y="166"/>
                </a:lnTo>
                <a:lnTo>
                  <a:pt x="8" y="9"/>
                </a:lnTo>
              </a:path>
            </a:pathLst>
          </a:custGeom>
          <a:solidFill>
            <a:srgbClr val="6699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65648" name="Rectangle 80">
            <a:extLst>
              <a:ext uri="{FF2B5EF4-FFF2-40B4-BE49-F238E27FC236}">
                <a16:creationId xmlns:a16="http://schemas.microsoft.com/office/drawing/2014/main" id="{6D5D7F31-480F-F55B-CBA6-F55AC3F21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2714625"/>
            <a:ext cx="1206500" cy="698500"/>
          </a:xfrm>
          <a:prstGeom prst="rect">
            <a:avLst/>
          </a:prstGeom>
          <a:solidFill>
            <a:srgbClr val="6699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900"/>
              <a:t>S.IP: 10.0.0.1</a:t>
            </a:r>
          </a:p>
          <a:p>
            <a:endParaRPr lang="en-US" altLang="en-US" sz="900"/>
          </a:p>
          <a:p>
            <a:r>
              <a:rPr lang="en-US" altLang="en-US" sz="900"/>
              <a:t>D.IP:10.0.0.2</a:t>
            </a:r>
          </a:p>
        </p:txBody>
      </p:sp>
      <p:sp>
        <p:nvSpPr>
          <p:cNvPr id="365649" name="AutoShape 81">
            <a:extLst>
              <a:ext uri="{FF2B5EF4-FFF2-40B4-BE49-F238E27FC236}">
                <a16:creationId xmlns:a16="http://schemas.microsoft.com/office/drawing/2014/main" id="{BFFDAE97-5BF4-210C-77E5-227734335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2414588"/>
            <a:ext cx="1149350" cy="288925"/>
          </a:xfrm>
          <a:prstGeom prst="triangle">
            <a:avLst>
              <a:gd name="adj" fmla="val 50000"/>
            </a:avLst>
          </a:prstGeom>
          <a:solidFill>
            <a:srgbClr val="3399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65650" name="Rectangle 82">
            <a:extLst>
              <a:ext uri="{FF2B5EF4-FFF2-40B4-BE49-F238E27FC236}">
                <a16:creationId xmlns:a16="http://schemas.microsoft.com/office/drawing/2014/main" id="{D337B3EB-C899-3236-0BA8-D2BF942B1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2909888"/>
            <a:ext cx="1090613" cy="38735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365651" name="AutoShape 83">
            <a:extLst>
              <a:ext uri="{FF2B5EF4-FFF2-40B4-BE49-F238E27FC236}">
                <a16:creationId xmlns:a16="http://schemas.microsoft.com/office/drawing/2014/main" id="{B13CFCBA-3CA8-14F6-897A-BB8DBB4F1D2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191250" y="2728913"/>
            <a:ext cx="1111250" cy="244475"/>
          </a:xfrm>
          <a:prstGeom prst="triangle">
            <a:avLst>
              <a:gd name="adj" fmla="val 50000"/>
            </a:avLst>
          </a:prstGeom>
          <a:solidFill>
            <a:srgbClr val="3399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19" name="Freeform 84">
            <a:extLst>
              <a:ext uri="{FF2B5EF4-FFF2-40B4-BE49-F238E27FC236}">
                <a16:creationId xmlns:a16="http://schemas.microsoft.com/office/drawing/2014/main" id="{AE14226F-8634-6EAD-9D94-8D6411805BFF}"/>
              </a:ext>
            </a:extLst>
          </p:cNvPr>
          <p:cNvSpPr>
            <a:spLocks/>
          </p:cNvSpPr>
          <p:nvPr/>
        </p:nvSpPr>
        <p:spPr bwMode="auto">
          <a:xfrm>
            <a:off x="6138863" y="2722563"/>
            <a:ext cx="1227137" cy="706437"/>
          </a:xfrm>
          <a:custGeom>
            <a:avLst/>
            <a:gdLst>
              <a:gd name="T0" fmla="*/ 8 w 773"/>
              <a:gd name="T1" fmla="*/ 0 h 445"/>
              <a:gd name="T2" fmla="*/ 0 w 773"/>
              <a:gd name="T3" fmla="*/ 445 h 445"/>
              <a:gd name="T4" fmla="*/ 773 w 773"/>
              <a:gd name="T5" fmla="*/ 445 h 445"/>
              <a:gd name="T6" fmla="*/ 773 w 773"/>
              <a:gd name="T7" fmla="*/ 0 h 445"/>
              <a:gd name="T8" fmla="*/ 386 w 773"/>
              <a:gd name="T9" fmla="*/ 166 h 445"/>
              <a:gd name="T10" fmla="*/ 8 w 773"/>
              <a:gd name="T11" fmla="*/ 9 h 4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73"/>
              <a:gd name="T19" fmla="*/ 0 h 445"/>
              <a:gd name="T20" fmla="*/ 773 w 773"/>
              <a:gd name="T21" fmla="*/ 445 h 4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73" h="445">
                <a:moveTo>
                  <a:pt x="8" y="0"/>
                </a:moveTo>
                <a:lnTo>
                  <a:pt x="0" y="445"/>
                </a:lnTo>
                <a:lnTo>
                  <a:pt x="773" y="445"/>
                </a:lnTo>
                <a:lnTo>
                  <a:pt x="773" y="0"/>
                </a:lnTo>
                <a:lnTo>
                  <a:pt x="386" y="166"/>
                </a:lnTo>
                <a:lnTo>
                  <a:pt x="8" y="9"/>
                </a:lnTo>
              </a:path>
            </a:pathLst>
          </a:custGeom>
          <a:solidFill>
            <a:srgbClr val="6699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65653" name="Rectangle 85">
            <a:extLst>
              <a:ext uri="{FF2B5EF4-FFF2-40B4-BE49-F238E27FC236}">
                <a16:creationId xmlns:a16="http://schemas.microsoft.com/office/drawing/2014/main" id="{F0A7EA71-A3F6-4C79-E9EA-EF1EBF359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2724150"/>
            <a:ext cx="1206500" cy="698500"/>
          </a:xfrm>
          <a:prstGeom prst="rect">
            <a:avLst/>
          </a:prstGeom>
          <a:solidFill>
            <a:srgbClr val="6699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900"/>
              <a:t>S.IP: 10.0.0.1</a:t>
            </a:r>
          </a:p>
          <a:p>
            <a:endParaRPr lang="en-US" altLang="en-US" sz="900"/>
          </a:p>
          <a:p>
            <a:r>
              <a:rPr lang="en-US" altLang="en-US" sz="900"/>
              <a:t>D.IP:10.0.0.2</a:t>
            </a:r>
          </a:p>
        </p:txBody>
      </p:sp>
      <p:sp>
        <p:nvSpPr>
          <p:cNvPr id="365655" name="Rectangle 87">
            <a:extLst>
              <a:ext uri="{FF2B5EF4-FFF2-40B4-BE49-F238E27FC236}">
                <a16:creationId xmlns:a16="http://schemas.microsoft.com/office/drawing/2014/main" id="{3F8717B1-39AD-CCC7-E492-F03656F93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1238250"/>
            <a:ext cx="2336800" cy="26717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65656" name="Rectangle 88">
            <a:extLst>
              <a:ext uri="{FF2B5EF4-FFF2-40B4-BE49-F238E27FC236}">
                <a16:creationId xmlns:a16="http://schemas.microsoft.com/office/drawing/2014/main" id="{111B27F6-F83E-E450-C11C-69C902DAD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300" y="1527175"/>
            <a:ext cx="2336800" cy="2671763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65659" name="Rectangle 91">
            <a:extLst>
              <a:ext uri="{FF2B5EF4-FFF2-40B4-BE49-F238E27FC236}">
                <a16:creationId xmlns:a16="http://schemas.microsoft.com/office/drawing/2014/main" id="{2B2B6083-7B89-AF08-5575-1477F59A0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2936875"/>
            <a:ext cx="1857375" cy="330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/>
              <a:t>Network</a:t>
            </a:r>
          </a:p>
        </p:txBody>
      </p:sp>
      <p:sp>
        <p:nvSpPr>
          <p:cNvPr id="365660" name="Rectangle 92">
            <a:extLst>
              <a:ext uri="{FF2B5EF4-FFF2-40B4-BE49-F238E27FC236}">
                <a16:creationId xmlns:a16="http://schemas.microsoft.com/office/drawing/2014/main" id="{06A69B25-F161-522A-A2D4-ED8CBB91D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1622425"/>
            <a:ext cx="1857375" cy="330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/>
              <a:t>Transport</a:t>
            </a:r>
          </a:p>
        </p:txBody>
      </p:sp>
      <p:sp>
        <p:nvSpPr>
          <p:cNvPr id="4125" name="Date Placeholder 3">
            <a:extLst>
              <a:ext uri="{FF2B5EF4-FFF2-40B4-BE49-F238E27FC236}">
                <a16:creationId xmlns:a16="http://schemas.microsoft.com/office/drawing/2014/main" id="{42C721C1-6A35-CFEC-64A0-FB446BC4D1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D142538-C337-4223-9A6D-9282DAC15BB0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126" name="Footer Placeholder 4">
            <a:extLst>
              <a:ext uri="{FF2B5EF4-FFF2-40B4-BE49-F238E27FC236}">
                <a16:creationId xmlns:a16="http://schemas.microsoft.com/office/drawing/2014/main" id="{12B5625E-A7EE-8C77-B0AB-1C7FEE04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127" name="Slide Number Placeholder 5">
            <a:extLst>
              <a:ext uri="{FF2B5EF4-FFF2-40B4-BE49-F238E27FC236}">
                <a16:creationId xmlns:a16="http://schemas.microsoft.com/office/drawing/2014/main" id="{65274846-D724-6D5D-8BAB-752C2B5659B1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0C9E4145-7D61-4257-973E-F520C0216574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22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F6EAAE89-8EA2-D499-9DC0-C2F248BD52BE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Trapezoid 46">
            <a:extLst>
              <a:ext uri="{FF2B5EF4-FFF2-40B4-BE49-F238E27FC236}">
                <a16:creationId xmlns:a16="http://schemas.microsoft.com/office/drawing/2014/main" id="{FC970E75-F89E-A1C9-38B4-0A33F4C585BC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8" name="Trapezoid 47">
            <a:extLst>
              <a:ext uri="{FF2B5EF4-FFF2-40B4-BE49-F238E27FC236}">
                <a16:creationId xmlns:a16="http://schemas.microsoft.com/office/drawing/2014/main" id="{D2AD50CF-4F2E-239E-BA4B-AAD1ECBAFE61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19DB4563-66FD-DF3B-9E33-9BA89CA1A5FE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6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365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-0.00139 0.2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3656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365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6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8" dur="indefinite"/>
                                        <p:tgtEl>
                                          <p:spTgt spid="3656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9" dur="indefinite"/>
                                        <p:tgtEl>
                                          <p:spTgt spid="36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3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7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5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7" dur="500"/>
                                        <p:tgtEl>
                                          <p:spTgt spid="3656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6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3656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48555E-6 L 0.00173 -0.19329 " pathEditMode="relative" rAng="0" ptsTypes="AA">
                                      <p:cBhvr>
                                        <p:cTn id="100" dur="500" fill="hold"/>
                                        <p:tgtEl>
                                          <p:spTgt spid="3656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96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644" grpId="0" animBg="1"/>
      <p:bldP spid="365644" grpId="1" animBg="1"/>
      <p:bldP spid="365644" grpId="2" animBg="1"/>
      <p:bldP spid="365646" grpId="0" animBg="1"/>
      <p:bldP spid="365646" grpId="1" animBg="1"/>
      <p:bldP spid="365646" grpId="2" animBg="1"/>
      <p:bldP spid="365645" grpId="0" animBg="1"/>
      <p:bldP spid="365645" grpId="1" animBg="1"/>
      <p:bldP spid="365645" grpId="2" animBg="1"/>
      <p:bldP spid="365647" grpId="0" animBg="1"/>
      <p:bldP spid="365648" grpId="0" animBg="1"/>
      <p:bldP spid="365648" grpId="1" animBg="1"/>
      <p:bldP spid="365649" grpId="0" animBg="1"/>
      <p:bldP spid="365650" grpId="0" animBg="1"/>
      <p:bldP spid="365651" grpId="0" animBg="1"/>
      <p:bldP spid="365653" grpId="0" animBg="1"/>
      <p:bldP spid="365653" grpId="1" animBg="1"/>
      <p:bldP spid="365655" grpId="0" animBg="1"/>
      <p:bldP spid="365656" grpId="0" animBg="1"/>
      <p:bldP spid="365659" grpId="0" animBg="1"/>
      <p:bldP spid="36566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 Placeholder 3">
            <a:extLst>
              <a:ext uri="{FF2B5EF4-FFF2-40B4-BE49-F238E27FC236}">
                <a16:creationId xmlns:a16="http://schemas.microsoft.com/office/drawing/2014/main" id="{D6181BF0-A577-9109-900E-BA13B3B0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2ABEC1E-42E6-41E2-967A-B96E509F0E0E}" type="slidenum">
              <a:rPr lang="en-US" altLang="en-US" sz="1200">
                <a:solidFill>
                  <a:srgbClr val="898989"/>
                </a:solidFill>
              </a:rPr>
              <a:pPr/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8675" name="Group 604">
            <a:extLst>
              <a:ext uri="{FF2B5EF4-FFF2-40B4-BE49-F238E27FC236}">
                <a16:creationId xmlns:a16="http://schemas.microsoft.com/office/drawing/2014/main" id="{8BB7424E-904A-464E-64B5-252915C54A99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017588"/>
            <a:ext cx="3509962" cy="2187575"/>
            <a:chOff x="3243" y="641"/>
            <a:chExt cx="2211" cy="1378"/>
          </a:xfrm>
        </p:grpSpPr>
        <p:sp>
          <p:nvSpPr>
            <p:cNvPr id="28798" name="Oval 595">
              <a:extLst>
                <a:ext uri="{FF2B5EF4-FFF2-40B4-BE49-F238E27FC236}">
                  <a16:creationId xmlns:a16="http://schemas.microsoft.com/office/drawing/2014/main" id="{0B097D44-15EB-A014-48B9-3BD9134DB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641"/>
              <a:ext cx="963" cy="570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9" name="Oval 596">
              <a:extLst>
                <a:ext uri="{FF2B5EF4-FFF2-40B4-BE49-F238E27FC236}">
                  <a16:creationId xmlns:a16="http://schemas.microsoft.com/office/drawing/2014/main" id="{90907BB1-C834-FBFA-FC17-36AC52A27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" y="790"/>
              <a:ext cx="738" cy="570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800" name="Oval 597">
              <a:extLst>
                <a:ext uri="{FF2B5EF4-FFF2-40B4-BE49-F238E27FC236}">
                  <a16:creationId xmlns:a16="http://schemas.microsoft.com/office/drawing/2014/main" id="{4E45A189-DF23-B978-E48C-E45FE1086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133"/>
              <a:ext cx="498" cy="46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801" name="Oval 598">
              <a:extLst>
                <a:ext uri="{FF2B5EF4-FFF2-40B4-BE49-F238E27FC236}">
                  <a16:creationId xmlns:a16="http://schemas.microsoft.com/office/drawing/2014/main" id="{94DEDC70-0AB1-9045-1ACE-EA3DF1106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3" y="1338"/>
              <a:ext cx="749" cy="504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802" name="Oval 599">
              <a:extLst>
                <a:ext uri="{FF2B5EF4-FFF2-40B4-BE49-F238E27FC236}">
                  <a16:creationId xmlns:a16="http://schemas.microsoft.com/office/drawing/2014/main" id="{0E28A566-CD83-D761-D71C-B81E2C9D9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1421"/>
              <a:ext cx="1119" cy="59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803" name="Oval 600">
              <a:extLst>
                <a:ext uri="{FF2B5EF4-FFF2-40B4-BE49-F238E27FC236}">
                  <a16:creationId xmlns:a16="http://schemas.microsoft.com/office/drawing/2014/main" id="{9BE814A8-1379-2EBE-59ED-4105E59BB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" y="807"/>
              <a:ext cx="717" cy="44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804" name="Oval 601">
              <a:extLst>
                <a:ext uri="{FF2B5EF4-FFF2-40B4-BE49-F238E27FC236}">
                  <a16:creationId xmlns:a16="http://schemas.microsoft.com/office/drawing/2014/main" id="{89187DCA-27D3-F88E-83A0-7D54916D5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2" y="1095"/>
              <a:ext cx="712" cy="44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805" name="Oval 602">
              <a:extLst>
                <a:ext uri="{FF2B5EF4-FFF2-40B4-BE49-F238E27FC236}">
                  <a16:creationId xmlns:a16="http://schemas.microsoft.com/office/drawing/2014/main" id="{566EB9F9-2ED4-40AB-7F91-5D655B07D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8" y="1189"/>
              <a:ext cx="706" cy="73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806" name="Oval 603">
              <a:extLst>
                <a:ext uri="{FF2B5EF4-FFF2-40B4-BE49-F238E27FC236}">
                  <a16:creationId xmlns:a16="http://schemas.microsoft.com/office/drawing/2014/main" id="{68592A7F-804C-3E46-8025-4DC1DC7C0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4" y="967"/>
              <a:ext cx="1435" cy="737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8676" name="Group 621">
            <a:extLst>
              <a:ext uri="{FF2B5EF4-FFF2-40B4-BE49-F238E27FC236}">
                <a16:creationId xmlns:a16="http://schemas.microsoft.com/office/drawing/2014/main" id="{F8429C9C-D687-7BA3-AB7D-58B5765D40D7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008063"/>
            <a:ext cx="3517900" cy="2206625"/>
            <a:chOff x="3243" y="635"/>
            <a:chExt cx="2216" cy="1390"/>
          </a:xfrm>
        </p:grpSpPr>
        <p:sp>
          <p:nvSpPr>
            <p:cNvPr id="28782" name="Arc 605">
              <a:extLst>
                <a:ext uri="{FF2B5EF4-FFF2-40B4-BE49-F238E27FC236}">
                  <a16:creationId xmlns:a16="http://schemas.microsoft.com/office/drawing/2014/main" id="{7EFD74C7-8BBF-6490-083D-8DA0C398E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" y="635"/>
              <a:ext cx="914" cy="288"/>
            </a:xfrm>
            <a:custGeom>
              <a:avLst/>
              <a:gdLst>
                <a:gd name="T0" fmla="*/ 0 w 40538"/>
                <a:gd name="T1" fmla="*/ 196 h 21600"/>
                <a:gd name="T2" fmla="*/ 914 w 40538"/>
                <a:gd name="T3" fmla="*/ 181 h 21600"/>
                <a:gd name="T4" fmla="*/ 462 w 40538"/>
                <a:gd name="T5" fmla="*/ 288 h 21600"/>
                <a:gd name="T6" fmla="*/ 0 60000 65536"/>
                <a:gd name="T7" fmla="*/ 0 60000 65536"/>
                <a:gd name="T8" fmla="*/ 0 60000 65536"/>
                <a:gd name="T9" fmla="*/ 0 w 40538"/>
                <a:gd name="T10" fmla="*/ 0 h 21600"/>
                <a:gd name="T11" fmla="*/ 40538 w 4053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38" h="21600" fill="none" extrusionOk="0">
                  <a:moveTo>
                    <a:pt x="0" y="14717"/>
                  </a:moveTo>
                  <a:cubicBezTo>
                    <a:pt x="2956" y="5923"/>
                    <a:pt x="11197" y="-1"/>
                    <a:pt x="20474" y="0"/>
                  </a:cubicBezTo>
                  <a:cubicBezTo>
                    <a:pt x="29315" y="0"/>
                    <a:pt x="37264" y="5388"/>
                    <a:pt x="40538" y="13600"/>
                  </a:cubicBezTo>
                </a:path>
                <a:path w="40538" h="21600" stroke="0" extrusionOk="0">
                  <a:moveTo>
                    <a:pt x="0" y="14717"/>
                  </a:moveTo>
                  <a:cubicBezTo>
                    <a:pt x="2956" y="5923"/>
                    <a:pt x="11197" y="-1"/>
                    <a:pt x="20474" y="0"/>
                  </a:cubicBezTo>
                  <a:cubicBezTo>
                    <a:pt x="29315" y="0"/>
                    <a:pt x="37264" y="5388"/>
                    <a:pt x="40538" y="13600"/>
                  </a:cubicBezTo>
                  <a:lnTo>
                    <a:pt x="20474" y="2160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83" name="Arc 606">
              <a:extLst>
                <a:ext uri="{FF2B5EF4-FFF2-40B4-BE49-F238E27FC236}">
                  <a16:creationId xmlns:a16="http://schemas.microsoft.com/office/drawing/2014/main" id="{EB3AF85D-1507-2BCB-988D-DCB7D5C83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" y="640"/>
              <a:ext cx="904" cy="283"/>
            </a:xfrm>
            <a:custGeom>
              <a:avLst/>
              <a:gdLst>
                <a:gd name="T0" fmla="*/ 0 w 40503"/>
                <a:gd name="T1" fmla="*/ 192 h 21600"/>
                <a:gd name="T2" fmla="*/ 904 w 40503"/>
                <a:gd name="T3" fmla="*/ 178 h 21600"/>
                <a:gd name="T4" fmla="*/ 457 w 40503"/>
                <a:gd name="T5" fmla="*/ 283 h 21600"/>
                <a:gd name="T6" fmla="*/ 0 60000 65536"/>
                <a:gd name="T7" fmla="*/ 0 60000 65536"/>
                <a:gd name="T8" fmla="*/ 0 60000 65536"/>
                <a:gd name="T9" fmla="*/ 0 w 40503"/>
                <a:gd name="T10" fmla="*/ 0 h 21600"/>
                <a:gd name="T11" fmla="*/ 40503 w 405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03" h="21600" fill="none" extrusionOk="0">
                  <a:moveTo>
                    <a:pt x="0" y="14672"/>
                  </a:moveTo>
                  <a:cubicBezTo>
                    <a:pt x="2970" y="5901"/>
                    <a:pt x="11199" y="-1"/>
                    <a:pt x="20459" y="0"/>
                  </a:cubicBezTo>
                  <a:cubicBezTo>
                    <a:pt x="29280" y="0"/>
                    <a:pt x="37215" y="5364"/>
                    <a:pt x="40503" y="13550"/>
                  </a:cubicBezTo>
                </a:path>
                <a:path w="40503" h="21600" stroke="0" extrusionOk="0">
                  <a:moveTo>
                    <a:pt x="0" y="14672"/>
                  </a:moveTo>
                  <a:cubicBezTo>
                    <a:pt x="2970" y="5901"/>
                    <a:pt x="11199" y="-1"/>
                    <a:pt x="20459" y="0"/>
                  </a:cubicBezTo>
                  <a:cubicBezTo>
                    <a:pt x="29280" y="0"/>
                    <a:pt x="37215" y="5364"/>
                    <a:pt x="40503" y="13550"/>
                  </a:cubicBezTo>
                  <a:lnTo>
                    <a:pt x="20459" y="21600"/>
                  </a:lnTo>
                  <a:close/>
                </a:path>
              </a:pathLst>
            </a:custGeom>
            <a:solidFill>
              <a:srgbClr val="FFFFCC"/>
            </a:solidFill>
            <a:ln w="17463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84" name="Arc 607">
              <a:extLst>
                <a:ext uri="{FF2B5EF4-FFF2-40B4-BE49-F238E27FC236}">
                  <a16:creationId xmlns:a16="http://schemas.microsoft.com/office/drawing/2014/main" id="{03598BBE-AA7D-3EC1-AE82-3C7CCFA86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" y="785"/>
              <a:ext cx="568" cy="349"/>
            </a:xfrm>
            <a:custGeom>
              <a:avLst/>
              <a:gdLst>
                <a:gd name="T0" fmla="*/ 9 w 32953"/>
                <a:gd name="T1" fmla="*/ 349 h 26203"/>
                <a:gd name="T2" fmla="*/ 568 w 32953"/>
                <a:gd name="T3" fmla="*/ 43 h 26203"/>
                <a:gd name="T4" fmla="*/ 372 w 32953"/>
                <a:gd name="T5" fmla="*/ 288 h 26203"/>
                <a:gd name="T6" fmla="*/ 0 60000 65536"/>
                <a:gd name="T7" fmla="*/ 0 60000 65536"/>
                <a:gd name="T8" fmla="*/ 0 60000 65536"/>
                <a:gd name="T9" fmla="*/ 0 w 32953"/>
                <a:gd name="T10" fmla="*/ 0 h 26203"/>
                <a:gd name="T11" fmla="*/ 32953 w 32953"/>
                <a:gd name="T12" fmla="*/ 26203 h 262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953" h="26203" fill="none" extrusionOk="0">
                  <a:moveTo>
                    <a:pt x="496" y="26202"/>
                  </a:moveTo>
                  <a:cubicBezTo>
                    <a:pt x="166" y="24690"/>
                    <a:pt x="0" y="2314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5610" y="-1"/>
                    <a:pt x="29541" y="1116"/>
                    <a:pt x="32952" y="3224"/>
                  </a:cubicBezTo>
                </a:path>
                <a:path w="32953" h="26203" stroke="0" extrusionOk="0">
                  <a:moveTo>
                    <a:pt x="496" y="26202"/>
                  </a:moveTo>
                  <a:cubicBezTo>
                    <a:pt x="166" y="24690"/>
                    <a:pt x="0" y="2314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5610" y="-1"/>
                    <a:pt x="29541" y="1116"/>
                    <a:pt x="32952" y="3224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85" name="Arc 608">
              <a:extLst>
                <a:ext uri="{FF2B5EF4-FFF2-40B4-BE49-F238E27FC236}">
                  <a16:creationId xmlns:a16="http://schemas.microsoft.com/office/drawing/2014/main" id="{10ACDD88-FD87-2D34-FB33-F82E38BC6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790"/>
              <a:ext cx="559" cy="343"/>
            </a:xfrm>
            <a:custGeom>
              <a:avLst/>
              <a:gdLst>
                <a:gd name="T0" fmla="*/ 8 w 32920"/>
                <a:gd name="T1" fmla="*/ 343 h 26221"/>
                <a:gd name="T2" fmla="*/ 559 w 32920"/>
                <a:gd name="T3" fmla="*/ 42 h 26221"/>
                <a:gd name="T4" fmla="*/ 367 w 32920"/>
                <a:gd name="T5" fmla="*/ 283 h 26221"/>
                <a:gd name="T6" fmla="*/ 0 60000 65536"/>
                <a:gd name="T7" fmla="*/ 0 60000 65536"/>
                <a:gd name="T8" fmla="*/ 0 60000 65536"/>
                <a:gd name="T9" fmla="*/ 0 w 32920"/>
                <a:gd name="T10" fmla="*/ 0 h 26221"/>
                <a:gd name="T11" fmla="*/ 32920 w 32920"/>
                <a:gd name="T12" fmla="*/ 26221 h 262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920" h="26221" fill="none" extrusionOk="0">
                  <a:moveTo>
                    <a:pt x="500" y="26220"/>
                  </a:moveTo>
                  <a:cubicBezTo>
                    <a:pt x="167" y="24703"/>
                    <a:pt x="0" y="2315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5597" y="-1"/>
                    <a:pt x="29515" y="1109"/>
                    <a:pt x="32920" y="3203"/>
                  </a:cubicBezTo>
                </a:path>
                <a:path w="32920" h="26221" stroke="0" extrusionOk="0">
                  <a:moveTo>
                    <a:pt x="500" y="26220"/>
                  </a:moveTo>
                  <a:cubicBezTo>
                    <a:pt x="167" y="24703"/>
                    <a:pt x="0" y="23153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5597" y="-1"/>
                    <a:pt x="29515" y="1109"/>
                    <a:pt x="32920" y="3203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FFFCC"/>
            </a:solidFill>
            <a:ln w="17463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86" name="Arc 609">
              <a:extLst>
                <a:ext uri="{FF2B5EF4-FFF2-40B4-BE49-F238E27FC236}">
                  <a16:creationId xmlns:a16="http://schemas.microsoft.com/office/drawing/2014/main" id="{3656ABB1-E015-7BE9-FEFB-BBD9C2A47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576"/>
              <a:ext cx="574" cy="273"/>
            </a:xfrm>
            <a:custGeom>
              <a:avLst/>
              <a:gdLst>
                <a:gd name="T0" fmla="*/ 574 w 32157"/>
                <a:gd name="T1" fmla="*/ 240 h 22624"/>
                <a:gd name="T2" fmla="*/ 0 w 32157"/>
                <a:gd name="T3" fmla="*/ 0 h 22624"/>
                <a:gd name="T4" fmla="*/ 386 w 32157"/>
                <a:gd name="T5" fmla="*/ 12 h 22624"/>
                <a:gd name="T6" fmla="*/ 0 60000 65536"/>
                <a:gd name="T7" fmla="*/ 0 60000 65536"/>
                <a:gd name="T8" fmla="*/ 0 60000 65536"/>
                <a:gd name="T9" fmla="*/ 0 w 32157"/>
                <a:gd name="T10" fmla="*/ 0 h 22624"/>
                <a:gd name="T11" fmla="*/ 32157 w 32157"/>
                <a:gd name="T12" fmla="*/ 22624 h 22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57" h="22624" fill="none" extrusionOk="0">
                  <a:moveTo>
                    <a:pt x="32157" y="19868"/>
                  </a:moveTo>
                  <a:cubicBezTo>
                    <a:pt x="28931" y="21675"/>
                    <a:pt x="25296" y="22623"/>
                    <a:pt x="21600" y="22624"/>
                  </a:cubicBezTo>
                  <a:cubicBezTo>
                    <a:pt x="9670" y="22624"/>
                    <a:pt x="0" y="12953"/>
                    <a:pt x="0" y="1024"/>
                  </a:cubicBezTo>
                  <a:cubicBezTo>
                    <a:pt x="-1" y="682"/>
                    <a:pt x="8" y="341"/>
                    <a:pt x="24" y="0"/>
                  </a:cubicBezTo>
                </a:path>
                <a:path w="32157" h="22624" stroke="0" extrusionOk="0">
                  <a:moveTo>
                    <a:pt x="32157" y="19868"/>
                  </a:moveTo>
                  <a:cubicBezTo>
                    <a:pt x="28931" y="21675"/>
                    <a:pt x="25296" y="22623"/>
                    <a:pt x="21600" y="22624"/>
                  </a:cubicBezTo>
                  <a:cubicBezTo>
                    <a:pt x="9670" y="22624"/>
                    <a:pt x="0" y="12953"/>
                    <a:pt x="0" y="1024"/>
                  </a:cubicBezTo>
                  <a:cubicBezTo>
                    <a:pt x="-1" y="682"/>
                    <a:pt x="8" y="341"/>
                    <a:pt x="24" y="0"/>
                  </a:cubicBezTo>
                  <a:lnTo>
                    <a:pt x="21600" y="1024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87" name="Arc 610">
              <a:extLst>
                <a:ext uri="{FF2B5EF4-FFF2-40B4-BE49-F238E27FC236}">
                  <a16:creationId xmlns:a16="http://schemas.microsoft.com/office/drawing/2014/main" id="{906C9A1E-5C3A-78FE-09D1-F3F1042DA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" y="1576"/>
              <a:ext cx="566" cy="268"/>
            </a:xfrm>
            <a:custGeom>
              <a:avLst/>
              <a:gdLst>
                <a:gd name="T0" fmla="*/ 566 w 32106"/>
                <a:gd name="T1" fmla="*/ 236 h 22631"/>
                <a:gd name="T2" fmla="*/ 0 w 32106"/>
                <a:gd name="T3" fmla="*/ 0 h 22631"/>
                <a:gd name="T4" fmla="*/ 381 w 32106"/>
                <a:gd name="T5" fmla="*/ 12 h 22631"/>
                <a:gd name="T6" fmla="*/ 0 60000 65536"/>
                <a:gd name="T7" fmla="*/ 0 60000 65536"/>
                <a:gd name="T8" fmla="*/ 0 60000 65536"/>
                <a:gd name="T9" fmla="*/ 0 w 32106"/>
                <a:gd name="T10" fmla="*/ 0 h 22631"/>
                <a:gd name="T11" fmla="*/ 32106 w 32106"/>
                <a:gd name="T12" fmla="*/ 22631 h 22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06" h="22631" fill="none" extrusionOk="0">
                  <a:moveTo>
                    <a:pt x="32105" y="19903"/>
                  </a:moveTo>
                  <a:cubicBezTo>
                    <a:pt x="28893" y="21692"/>
                    <a:pt x="25277" y="22630"/>
                    <a:pt x="21600" y="22631"/>
                  </a:cubicBezTo>
                  <a:cubicBezTo>
                    <a:pt x="9670" y="22631"/>
                    <a:pt x="0" y="12960"/>
                    <a:pt x="0" y="1031"/>
                  </a:cubicBezTo>
                  <a:cubicBezTo>
                    <a:pt x="-1" y="687"/>
                    <a:pt x="8" y="343"/>
                    <a:pt x="24" y="-1"/>
                  </a:cubicBezTo>
                </a:path>
                <a:path w="32106" h="22631" stroke="0" extrusionOk="0">
                  <a:moveTo>
                    <a:pt x="32105" y="19903"/>
                  </a:moveTo>
                  <a:cubicBezTo>
                    <a:pt x="28893" y="21692"/>
                    <a:pt x="25277" y="22630"/>
                    <a:pt x="21600" y="22631"/>
                  </a:cubicBezTo>
                  <a:cubicBezTo>
                    <a:pt x="9670" y="22631"/>
                    <a:pt x="0" y="12960"/>
                    <a:pt x="0" y="1031"/>
                  </a:cubicBezTo>
                  <a:cubicBezTo>
                    <a:pt x="-1" y="687"/>
                    <a:pt x="8" y="343"/>
                    <a:pt x="24" y="-1"/>
                  </a:cubicBezTo>
                  <a:lnTo>
                    <a:pt x="21600" y="1031"/>
                  </a:lnTo>
                  <a:close/>
                </a:path>
              </a:pathLst>
            </a:custGeom>
            <a:solidFill>
              <a:srgbClr val="FFFFCC"/>
            </a:solidFill>
            <a:ln w="17463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88" name="Arc 611">
              <a:extLst>
                <a:ext uri="{FF2B5EF4-FFF2-40B4-BE49-F238E27FC236}">
                  <a16:creationId xmlns:a16="http://schemas.microsoft.com/office/drawing/2014/main" id="{D562212A-9583-ADD1-4C37-FC72CE752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" y="801"/>
              <a:ext cx="432" cy="336"/>
            </a:xfrm>
            <a:custGeom>
              <a:avLst/>
              <a:gdLst>
                <a:gd name="T0" fmla="*/ 0 w 25969"/>
                <a:gd name="T1" fmla="*/ 5 h 32337"/>
                <a:gd name="T2" fmla="*/ 384 w 25969"/>
                <a:gd name="T3" fmla="*/ 336 h 32337"/>
                <a:gd name="T4" fmla="*/ 73 w 25969"/>
                <a:gd name="T5" fmla="*/ 224 h 32337"/>
                <a:gd name="T6" fmla="*/ 0 60000 65536"/>
                <a:gd name="T7" fmla="*/ 0 60000 65536"/>
                <a:gd name="T8" fmla="*/ 0 60000 65536"/>
                <a:gd name="T9" fmla="*/ 0 w 25969"/>
                <a:gd name="T10" fmla="*/ 0 h 32337"/>
                <a:gd name="T11" fmla="*/ 25969 w 25969"/>
                <a:gd name="T12" fmla="*/ 32337 h 323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69" h="32337" fill="none" extrusionOk="0">
                  <a:moveTo>
                    <a:pt x="0" y="446"/>
                  </a:moveTo>
                  <a:cubicBezTo>
                    <a:pt x="1437" y="149"/>
                    <a:pt x="2901" y="-1"/>
                    <a:pt x="4369" y="0"/>
                  </a:cubicBezTo>
                  <a:cubicBezTo>
                    <a:pt x="16298" y="0"/>
                    <a:pt x="25969" y="9670"/>
                    <a:pt x="25969" y="21600"/>
                  </a:cubicBezTo>
                  <a:cubicBezTo>
                    <a:pt x="25969" y="25367"/>
                    <a:pt x="24983" y="29068"/>
                    <a:pt x="23111" y="32337"/>
                  </a:cubicBezTo>
                </a:path>
                <a:path w="25969" h="32337" stroke="0" extrusionOk="0">
                  <a:moveTo>
                    <a:pt x="0" y="446"/>
                  </a:moveTo>
                  <a:cubicBezTo>
                    <a:pt x="1437" y="149"/>
                    <a:pt x="2901" y="-1"/>
                    <a:pt x="4369" y="0"/>
                  </a:cubicBezTo>
                  <a:cubicBezTo>
                    <a:pt x="16298" y="0"/>
                    <a:pt x="25969" y="9670"/>
                    <a:pt x="25969" y="21600"/>
                  </a:cubicBezTo>
                  <a:cubicBezTo>
                    <a:pt x="25969" y="25367"/>
                    <a:pt x="24983" y="29068"/>
                    <a:pt x="23111" y="32337"/>
                  </a:cubicBezTo>
                  <a:lnTo>
                    <a:pt x="4369" y="2160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89" name="Arc 612">
              <a:extLst>
                <a:ext uri="{FF2B5EF4-FFF2-40B4-BE49-F238E27FC236}">
                  <a16:creationId xmlns:a16="http://schemas.microsoft.com/office/drawing/2014/main" id="{296AF6AA-5F65-ECB0-53F6-3C724B717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8" y="806"/>
              <a:ext cx="425" cy="329"/>
            </a:xfrm>
            <a:custGeom>
              <a:avLst/>
              <a:gdLst>
                <a:gd name="T0" fmla="*/ 0 w 25933"/>
                <a:gd name="T1" fmla="*/ 4 h 32406"/>
                <a:gd name="T2" fmla="*/ 378 w 25933"/>
                <a:gd name="T3" fmla="*/ 329 h 32406"/>
                <a:gd name="T4" fmla="*/ 71 w 25933"/>
                <a:gd name="T5" fmla="*/ 219 h 32406"/>
                <a:gd name="T6" fmla="*/ 0 60000 65536"/>
                <a:gd name="T7" fmla="*/ 0 60000 65536"/>
                <a:gd name="T8" fmla="*/ 0 60000 65536"/>
                <a:gd name="T9" fmla="*/ 0 w 25933"/>
                <a:gd name="T10" fmla="*/ 0 h 32406"/>
                <a:gd name="T11" fmla="*/ 25933 w 25933"/>
                <a:gd name="T12" fmla="*/ 32406 h 324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33" h="32406" fill="none" extrusionOk="0">
                  <a:moveTo>
                    <a:pt x="0" y="439"/>
                  </a:moveTo>
                  <a:cubicBezTo>
                    <a:pt x="1425" y="147"/>
                    <a:pt x="2877" y="-1"/>
                    <a:pt x="4333" y="0"/>
                  </a:cubicBezTo>
                  <a:cubicBezTo>
                    <a:pt x="16262" y="0"/>
                    <a:pt x="25933" y="9670"/>
                    <a:pt x="25933" y="21600"/>
                  </a:cubicBezTo>
                  <a:cubicBezTo>
                    <a:pt x="25933" y="25393"/>
                    <a:pt x="24933" y="29120"/>
                    <a:pt x="23035" y="32405"/>
                  </a:cubicBezTo>
                </a:path>
                <a:path w="25933" h="32406" stroke="0" extrusionOk="0">
                  <a:moveTo>
                    <a:pt x="0" y="439"/>
                  </a:moveTo>
                  <a:cubicBezTo>
                    <a:pt x="1425" y="147"/>
                    <a:pt x="2877" y="-1"/>
                    <a:pt x="4333" y="0"/>
                  </a:cubicBezTo>
                  <a:cubicBezTo>
                    <a:pt x="16262" y="0"/>
                    <a:pt x="25933" y="9670"/>
                    <a:pt x="25933" y="21600"/>
                  </a:cubicBezTo>
                  <a:cubicBezTo>
                    <a:pt x="25933" y="25393"/>
                    <a:pt x="24933" y="29120"/>
                    <a:pt x="23035" y="32405"/>
                  </a:cubicBezTo>
                  <a:lnTo>
                    <a:pt x="4333" y="21600"/>
                  </a:lnTo>
                  <a:close/>
                </a:path>
              </a:pathLst>
            </a:custGeom>
            <a:solidFill>
              <a:srgbClr val="FFFFCC"/>
            </a:solidFill>
            <a:ln w="17463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0" name="Arc 613">
              <a:extLst>
                <a:ext uri="{FF2B5EF4-FFF2-40B4-BE49-F238E27FC236}">
                  <a16:creationId xmlns:a16="http://schemas.microsoft.com/office/drawing/2014/main" id="{58A9FFD7-4D21-8C35-1525-55CA04BBD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7" y="1132"/>
              <a:ext cx="412" cy="332"/>
            </a:xfrm>
            <a:custGeom>
              <a:avLst/>
              <a:gdLst>
                <a:gd name="T0" fmla="*/ 258 w 21600"/>
                <a:gd name="T1" fmla="*/ 0 h 29447"/>
                <a:gd name="T2" fmla="*/ 334 w 21600"/>
                <a:gd name="T3" fmla="*/ 332 h 29447"/>
                <a:gd name="T4" fmla="*/ 0 w 21600"/>
                <a:gd name="T5" fmla="*/ 190 h 2944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447"/>
                <a:gd name="T11" fmla="*/ 21600 w 21600"/>
                <a:gd name="T12" fmla="*/ 29447 h 29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447" fill="none" extrusionOk="0">
                  <a:moveTo>
                    <a:pt x="13536" y="-1"/>
                  </a:moveTo>
                  <a:cubicBezTo>
                    <a:pt x="18634" y="4099"/>
                    <a:pt x="21600" y="10289"/>
                    <a:pt x="21600" y="16832"/>
                  </a:cubicBezTo>
                  <a:cubicBezTo>
                    <a:pt x="21600" y="21359"/>
                    <a:pt x="20177" y="25772"/>
                    <a:pt x="17533" y="29447"/>
                  </a:cubicBezTo>
                </a:path>
                <a:path w="21600" h="29447" stroke="0" extrusionOk="0">
                  <a:moveTo>
                    <a:pt x="13536" y="-1"/>
                  </a:moveTo>
                  <a:cubicBezTo>
                    <a:pt x="18634" y="4099"/>
                    <a:pt x="21600" y="10289"/>
                    <a:pt x="21600" y="16832"/>
                  </a:cubicBezTo>
                  <a:cubicBezTo>
                    <a:pt x="21600" y="21359"/>
                    <a:pt x="20177" y="25772"/>
                    <a:pt x="17533" y="29447"/>
                  </a:cubicBezTo>
                  <a:lnTo>
                    <a:pt x="0" y="16832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1" name="Arc 614">
              <a:extLst>
                <a:ext uri="{FF2B5EF4-FFF2-40B4-BE49-F238E27FC236}">
                  <a16:creationId xmlns:a16="http://schemas.microsoft.com/office/drawing/2014/main" id="{81969C6A-67E0-ABDA-4E8D-CE1AB3297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7" y="1136"/>
              <a:ext cx="407" cy="327"/>
            </a:xfrm>
            <a:custGeom>
              <a:avLst/>
              <a:gdLst>
                <a:gd name="T0" fmla="*/ 254 w 21600"/>
                <a:gd name="T1" fmla="*/ 0 h 29575"/>
                <a:gd name="T2" fmla="*/ 329 w 21600"/>
                <a:gd name="T3" fmla="*/ 327 h 29575"/>
                <a:gd name="T4" fmla="*/ 0 w 21600"/>
                <a:gd name="T5" fmla="*/ 187 h 295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575"/>
                <a:gd name="T11" fmla="*/ 21600 w 21600"/>
                <a:gd name="T12" fmla="*/ 29575 h 295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575" fill="none" extrusionOk="0">
                  <a:moveTo>
                    <a:pt x="13465" y="0"/>
                  </a:moveTo>
                  <a:cubicBezTo>
                    <a:pt x="18606" y="4098"/>
                    <a:pt x="21600" y="10314"/>
                    <a:pt x="21600" y="16889"/>
                  </a:cubicBezTo>
                  <a:cubicBezTo>
                    <a:pt x="21600" y="21446"/>
                    <a:pt x="20158" y="25886"/>
                    <a:pt x="17482" y="29575"/>
                  </a:cubicBezTo>
                </a:path>
                <a:path w="21600" h="29575" stroke="0" extrusionOk="0">
                  <a:moveTo>
                    <a:pt x="13465" y="0"/>
                  </a:moveTo>
                  <a:cubicBezTo>
                    <a:pt x="18606" y="4098"/>
                    <a:pt x="21600" y="10314"/>
                    <a:pt x="21600" y="16889"/>
                  </a:cubicBezTo>
                  <a:cubicBezTo>
                    <a:pt x="21600" y="21446"/>
                    <a:pt x="20158" y="25886"/>
                    <a:pt x="17482" y="29575"/>
                  </a:cubicBezTo>
                  <a:lnTo>
                    <a:pt x="0" y="16889"/>
                  </a:lnTo>
                  <a:close/>
                </a:path>
              </a:pathLst>
            </a:custGeom>
            <a:solidFill>
              <a:srgbClr val="FFFFCC"/>
            </a:solidFill>
            <a:ln w="17463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2" name="Arc 615">
              <a:extLst>
                <a:ext uri="{FF2B5EF4-FFF2-40B4-BE49-F238E27FC236}">
                  <a16:creationId xmlns:a16="http://schemas.microsoft.com/office/drawing/2014/main" id="{D0890C6E-7432-97E3-D169-14FF9CD66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" y="1459"/>
              <a:ext cx="482" cy="477"/>
            </a:xfrm>
            <a:custGeom>
              <a:avLst/>
              <a:gdLst>
                <a:gd name="T0" fmla="*/ 467 w 28585"/>
                <a:gd name="T1" fmla="*/ 0 h 27783"/>
                <a:gd name="T2" fmla="*/ 0 w 28585"/>
                <a:gd name="T3" fmla="*/ 457 h 27783"/>
                <a:gd name="T4" fmla="*/ 118 w 28585"/>
                <a:gd name="T5" fmla="*/ 106 h 27783"/>
                <a:gd name="T6" fmla="*/ 0 60000 65536"/>
                <a:gd name="T7" fmla="*/ 0 60000 65536"/>
                <a:gd name="T8" fmla="*/ 0 60000 65536"/>
                <a:gd name="T9" fmla="*/ 0 w 28585"/>
                <a:gd name="T10" fmla="*/ 0 h 27783"/>
                <a:gd name="T11" fmla="*/ 28585 w 28585"/>
                <a:gd name="T12" fmla="*/ 27783 h 277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585" h="27783" fill="none" extrusionOk="0">
                  <a:moveTo>
                    <a:pt x="27681" y="-1"/>
                  </a:moveTo>
                  <a:cubicBezTo>
                    <a:pt x="28280" y="2006"/>
                    <a:pt x="28585" y="4089"/>
                    <a:pt x="28585" y="6183"/>
                  </a:cubicBezTo>
                  <a:cubicBezTo>
                    <a:pt x="28585" y="18112"/>
                    <a:pt x="18914" y="27783"/>
                    <a:pt x="6985" y="27783"/>
                  </a:cubicBezTo>
                  <a:cubicBezTo>
                    <a:pt x="4608" y="27783"/>
                    <a:pt x="2248" y="27390"/>
                    <a:pt x="-1" y="26622"/>
                  </a:cubicBezTo>
                </a:path>
                <a:path w="28585" h="27783" stroke="0" extrusionOk="0">
                  <a:moveTo>
                    <a:pt x="27681" y="-1"/>
                  </a:moveTo>
                  <a:cubicBezTo>
                    <a:pt x="28280" y="2006"/>
                    <a:pt x="28585" y="4089"/>
                    <a:pt x="28585" y="6183"/>
                  </a:cubicBezTo>
                  <a:cubicBezTo>
                    <a:pt x="28585" y="18112"/>
                    <a:pt x="18914" y="27783"/>
                    <a:pt x="6985" y="27783"/>
                  </a:cubicBezTo>
                  <a:cubicBezTo>
                    <a:pt x="4608" y="27783"/>
                    <a:pt x="2248" y="27390"/>
                    <a:pt x="-1" y="26622"/>
                  </a:cubicBezTo>
                  <a:lnTo>
                    <a:pt x="6985" y="6183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3" name="Arc 616">
              <a:extLst>
                <a:ext uri="{FF2B5EF4-FFF2-40B4-BE49-F238E27FC236}">
                  <a16:creationId xmlns:a16="http://schemas.microsoft.com/office/drawing/2014/main" id="{65709D72-3EBC-DAC5-D48B-4B457F782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1460"/>
              <a:ext cx="475" cy="471"/>
            </a:xfrm>
            <a:custGeom>
              <a:avLst/>
              <a:gdLst>
                <a:gd name="T0" fmla="*/ 460 w 28587"/>
                <a:gd name="T1" fmla="*/ 0 h 27782"/>
                <a:gd name="T2" fmla="*/ 0 w 28587"/>
                <a:gd name="T3" fmla="*/ 451 h 27782"/>
                <a:gd name="T4" fmla="*/ 116 w 28587"/>
                <a:gd name="T5" fmla="*/ 105 h 27782"/>
                <a:gd name="T6" fmla="*/ 0 60000 65536"/>
                <a:gd name="T7" fmla="*/ 0 60000 65536"/>
                <a:gd name="T8" fmla="*/ 0 60000 65536"/>
                <a:gd name="T9" fmla="*/ 0 w 28587"/>
                <a:gd name="T10" fmla="*/ 0 h 27782"/>
                <a:gd name="T11" fmla="*/ 28587 w 28587"/>
                <a:gd name="T12" fmla="*/ 27782 h 277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587" h="27782" fill="none" extrusionOk="0">
                  <a:moveTo>
                    <a:pt x="27683" y="-1"/>
                  </a:moveTo>
                  <a:cubicBezTo>
                    <a:pt x="28282" y="2005"/>
                    <a:pt x="28587" y="4088"/>
                    <a:pt x="28587" y="6182"/>
                  </a:cubicBezTo>
                  <a:cubicBezTo>
                    <a:pt x="28587" y="18111"/>
                    <a:pt x="18916" y="27782"/>
                    <a:pt x="6987" y="27782"/>
                  </a:cubicBezTo>
                  <a:cubicBezTo>
                    <a:pt x="4609" y="27782"/>
                    <a:pt x="2249" y="27389"/>
                    <a:pt x="0" y="26620"/>
                  </a:cubicBezTo>
                </a:path>
                <a:path w="28587" h="27782" stroke="0" extrusionOk="0">
                  <a:moveTo>
                    <a:pt x="27683" y="-1"/>
                  </a:moveTo>
                  <a:cubicBezTo>
                    <a:pt x="28282" y="2005"/>
                    <a:pt x="28587" y="4088"/>
                    <a:pt x="28587" y="6182"/>
                  </a:cubicBezTo>
                  <a:cubicBezTo>
                    <a:pt x="28587" y="18111"/>
                    <a:pt x="18916" y="27782"/>
                    <a:pt x="6987" y="27782"/>
                  </a:cubicBezTo>
                  <a:cubicBezTo>
                    <a:pt x="4609" y="27782"/>
                    <a:pt x="2249" y="27389"/>
                    <a:pt x="0" y="26620"/>
                  </a:cubicBezTo>
                  <a:lnTo>
                    <a:pt x="6987" y="6182"/>
                  </a:lnTo>
                  <a:close/>
                </a:path>
              </a:pathLst>
            </a:custGeom>
            <a:solidFill>
              <a:srgbClr val="FFFFCC"/>
            </a:solidFill>
            <a:ln w="17463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4" name="Arc 617">
              <a:extLst>
                <a:ext uri="{FF2B5EF4-FFF2-40B4-BE49-F238E27FC236}">
                  <a16:creationId xmlns:a16="http://schemas.microsoft.com/office/drawing/2014/main" id="{B5A87F4E-26D2-000C-2D30-23E38D0D6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3" y="1128"/>
              <a:ext cx="262" cy="455"/>
            </a:xfrm>
            <a:custGeom>
              <a:avLst/>
              <a:gdLst>
                <a:gd name="T0" fmla="*/ 156 w 21600"/>
                <a:gd name="T1" fmla="*/ 455 h 41295"/>
                <a:gd name="T2" fmla="*/ 246 w 21600"/>
                <a:gd name="T3" fmla="*/ 0 h 41295"/>
                <a:gd name="T4" fmla="*/ 262 w 21600"/>
                <a:gd name="T5" fmla="*/ 238 h 4129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295"/>
                <a:gd name="T11" fmla="*/ 21600 w 21600"/>
                <a:gd name="T12" fmla="*/ 41295 h 412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295" fill="none" extrusionOk="0">
                  <a:moveTo>
                    <a:pt x="12820" y="41295"/>
                  </a:moveTo>
                  <a:cubicBezTo>
                    <a:pt x="5024" y="37827"/>
                    <a:pt x="0" y="30093"/>
                    <a:pt x="0" y="21560"/>
                  </a:cubicBezTo>
                  <a:cubicBezTo>
                    <a:pt x="-1" y="10142"/>
                    <a:pt x="8886" y="696"/>
                    <a:pt x="20283" y="0"/>
                  </a:cubicBezTo>
                </a:path>
                <a:path w="21600" h="41295" stroke="0" extrusionOk="0">
                  <a:moveTo>
                    <a:pt x="12820" y="41295"/>
                  </a:moveTo>
                  <a:cubicBezTo>
                    <a:pt x="5024" y="37827"/>
                    <a:pt x="0" y="30093"/>
                    <a:pt x="0" y="21560"/>
                  </a:cubicBezTo>
                  <a:cubicBezTo>
                    <a:pt x="-1" y="10142"/>
                    <a:pt x="8886" y="696"/>
                    <a:pt x="20283" y="0"/>
                  </a:cubicBezTo>
                  <a:lnTo>
                    <a:pt x="21600" y="2156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5" name="Arc 618">
              <a:extLst>
                <a:ext uri="{FF2B5EF4-FFF2-40B4-BE49-F238E27FC236}">
                  <a16:creationId xmlns:a16="http://schemas.microsoft.com/office/drawing/2014/main" id="{2CAB4085-1651-A683-9F73-E74DCC3C6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" y="1133"/>
              <a:ext cx="257" cy="446"/>
            </a:xfrm>
            <a:custGeom>
              <a:avLst/>
              <a:gdLst>
                <a:gd name="T0" fmla="*/ 153 w 21600"/>
                <a:gd name="T1" fmla="*/ 446 h 41302"/>
                <a:gd name="T2" fmla="*/ 241 w 21600"/>
                <a:gd name="T3" fmla="*/ 0 h 41302"/>
                <a:gd name="T4" fmla="*/ 257 w 21600"/>
                <a:gd name="T5" fmla="*/ 233 h 41302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302"/>
                <a:gd name="T11" fmla="*/ 21600 w 21600"/>
                <a:gd name="T12" fmla="*/ 41302 h 413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302" fill="none" extrusionOk="0">
                  <a:moveTo>
                    <a:pt x="12835" y="41301"/>
                  </a:moveTo>
                  <a:cubicBezTo>
                    <a:pt x="5030" y="37836"/>
                    <a:pt x="0" y="30099"/>
                    <a:pt x="0" y="21560"/>
                  </a:cubicBezTo>
                  <a:cubicBezTo>
                    <a:pt x="-1" y="10140"/>
                    <a:pt x="8888" y="694"/>
                    <a:pt x="20286" y="0"/>
                  </a:cubicBezTo>
                </a:path>
                <a:path w="21600" h="41302" stroke="0" extrusionOk="0">
                  <a:moveTo>
                    <a:pt x="12835" y="41301"/>
                  </a:moveTo>
                  <a:cubicBezTo>
                    <a:pt x="5030" y="37836"/>
                    <a:pt x="0" y="30099"/>
                    <a:pt x="0" y="21560"/>
                  </a:cubicBezTo>
                  <a:cubicBezTo>
                    <a:pt x="-1" y="10140"/>
                    <a:pt x="8888" y="694"/>
                    <a:pt x="20286" y="0"/>
                  </a:cubicBezTo>
                  <a:lnTo>
                    <a:pt x="21600" y="21560"/>
                  </a:lnTo>
                  <a:close/>
                </a:path>
              </a:pathLst>
            </a:custGeom>
            <a:solidFill>
              <a:srgbClr val="FFFFCC"/>
            </a:solidFill>
            <a:ln w="17463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6" name="Arc 619">
              <a:extLst>
                <a:ext uri="{FF2B5EF4-FFF2-40B4-BE49-F238E27FC236}">
                  <a16:creationId xmlns:a16="http://schemas.microsoft.com/office/drawing/2014/main" id="{2CFEE2E5-3656-26D0-ADC4-8F05DFDE25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748"/>
              <a:ext cx="989" cy="277"/>
            </a:xfrm>
            <a:custGeom>
              <a:avLst/>
              <a:gdLst>
                <a:gd name="T0" fmla="*/ 989 w 38899"/>
                <a:gd name="T1" fmla="*/ 158 h 21600"/>
                <a:gd name="T2" fmla="*/ 0 w 38899"/>
                <a:gd name="T3" fmla="*/ 56 h 21600"/>
                <a:gd name="T4" fmla="*/ 538 w 38899"/>
                <a:gd name="T5" fmla="*/ 0 h 21600"/>
                <a:gd name="T6" fmla="*/ 0 60000 65536"/>
                <a:gd name="T7" fmla="*/ 0 60000 65536"/>
                <a:gd name="T8" fmla="*/ 0 60000 65536"/>
                <a:gd name="T9" fmla="*/ 0 w 38899"/>
                <a:gd name="T10" fmla="*/ 0 h 21600"/>
                <a:gd name="T11" fmla="*/ 38899 w 388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899" h="21600" fill="none" extrusionOk="0">
                  <a:moveTo>
                    <a:pt x="38898" y="12327"/>
                  </a:moveTo>
                  <a:cubicBezTo>
                    <a:pt x="34861" y="18136"/>
                    <a:pt x="28235" y="21599"/>
                    <a:pt x="21162" y="21600"/>
                  </a:cubicBezTo>
                  <a:cubicBezTo>
                    <a:pt x="10900" y="21600"/>
                    <a:pt x="2056" y="14380"/>
                    <a:pt x="0" y="4327"/>
                  </a:cubicBezTo>
                </a:path>
                <a:path w="38899" h="21600" stroke="0" extrusionOk="0">
                  <a:moveTo>
                    <a:pt x="38898" y="12327"/>
                  </a:moveTo>
                  <a:cubicBezTo>
                    <a:pt x="34861" y="18136"/>
                    <a:pt x="28235" y="21599"/>
                    <a:pt x="21162" y="21600"/>
                  </a:cubicBezTo>
                  <a:cubicBezTo>
                    <a:pt x="10900" y="21600"/>
                    <a:pt x="2056" y="14380"/>
                    <a:pt x="0" y="4327"/>
                  </a:cubicBezTo>
                  <a:lnTo>
                    <a:pt x="21162" y="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97" name="Arc 620">
              <a:extLst>
                <a:ext uri="{FF2B5EF4-FFF2-40B4-BE49-F238E27FC236}">
                  <a16:creationId xmlns:a16="http://schemas.microsoft.com/office/drawing/2014/main" id="{8945AF7C-8985-8E3B-DD36-C97B52F7D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748"/>
              <a:ext cx="978" cy="272"/>
            </a:xfrm>
            <a:custGeom>
              <a:avLst/>
              <a:gdLst>
                <a:gd name="T0" fmla="*/ 978 w 38838"/>
                <a:gd name="T1" fmla="*/ 156 h 21600"/>
                <a:gd name="T2" fmla="*/ 0 w 38838"/>
                <a:gd name="T3" fmla="*/ 55 h 21600"/>
                <a:gd name="T4" fmla="*/ 533 w 38838"/>
                <a:gd name="T5" fmla="*/ 0 h 21600"/>
                <a:gd name="T6" fmla="*/ 0 60000 65536"/>
                <a:gd name="T7" fmla="*/ 0 60000 65536"/>
                <a:gd name="T8" fmla="*/ 0 60000 65536"/>
                <a:gd name="T9" fmla="*/ 0 w 38838"/>
                <a:gd name="T10" fmla="*/ 0 h 21600"/>
                <a:gd name="T11" fmla="*/ 38838 w 3883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838" h="21600" fill="none" extrusionOk="0">
                  <a:moveTo>
                    <a:pt x="38838" y="12403"/>
                  </a:moveTo>
                  <a:cubicBezTo>
                    <a:pt x="34794" y="18167"/>
                    <a:pt x="28195" y="21599"/>
                    <a:pt x="21154" y="21600"/>
                  </a:cubicBezTo>
                  <a:cubicBezTo>
                    <a:pt x="10907" y="21600"/>
                    <a:pt x="2070" y="14401"/>
                    <a:pt x="-1" y="4366"/>
                  </a:cubicBezTo>
                </a:path>
                <a:path w="38838" h="21600" stroke="0" extrusionOk="0">
                  <a:moveTo>
                    <a:pt x="38838" y="12403"/>
                  </a:moveTo>
                  <a:cubicBezTo>
                    <a:pt x="34794" y="18167"/>
                    <a:pt x="28195" y="21599"/>
                    <a:pt x="21154" y="21600"/>
                  </a:cubicBezTo>
                  <a:cubicBezTo>
                    <a:pt x="10907" y="21600"/>
                    <a:pt x="2070" y="14401"/>
                    <a:pt x="-1" y="4366"/>
                  </a:cubicBezTo>
                  <a:lnTo>
                    <a:pt x="21154" y="0"/>
                  </a:lnTo>
                  <a:close/>
                </a:path>
              </a:pathLst>
            </a:custGeom>
            <a:solidFill>
              <a:srgbClr val="FFFFCC"/>
            </a:solidFill>
            <a:ln w="17463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8677" name="Rectangle 23">
            <a:extLst>
              <a:ext uri="{FF2B5EF4-FFF2-40B4-BE49-F238E27FC236}">
                <a16:creationId xmlns:a16="http://schemas.microsoft.com/office/drawing/2014/main" id="{E36D31B1-3680-F7AB-11C4-3FB3044F0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Routing Protocols</a:t>
            </a:r>
            <a:endParaRPr lang="en-US" altLang="en-US" sz="2400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cxnSp>
        <p:nvCxnSpPr>
          <p:cNvPr id="28678" name="AutoShape 148">
            <a:extLst>
              <a:ext uri="{FF2B5EF4-FFF2-40B4-BE49-F238E27FC236}">
                <a16:creationId xmlns:a16="http://schemas.microsoft.com/office/drawing/2014/main" id="{A962B61E-A496-3A8F-B4DB-C4D3CAAEEC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8213" y="5197475"/>
            <a:ext cx="1219200" cy="303213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79" name="AutoShape 149">
            <a:extLst>
              <a:ext uri="{FF2B5EF4-FFF2-40B4-BE49-F238E27FC236}">
                <a16:creationId xmlns:a16="http://schemas.microsoft.com/office/drawing/2014/main" id="{C7A2D1E6-480D-2FEB-A4FF-42E0B576072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910138" y="2049463"/>
            <a:ext cx="1217612" cy="420687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8680" name="Picture 72">
            <a:extLst>
              <a:ext uri="{FF2B5EF4-FFF2-40B4-BE49-F238E27FC236}">
                <a16:creationId xmlns:a16="http://schemas.microsoft.com/office/drawing/2014/main" id="{3AE1AB17-8F33-9FAD-EA68-6DE91FEE9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0" y="1327150"/>
            <a:ext cx="1924050" cy="14430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681" name="Group 71">
            <a:extLst>
              <a:ext uri="{FF2B5EF4-FFF2-40B4-BE49-F238E27FC236}">
                <a16:creationId xmlns:a16="http://schemas.microsoft.com/office/drawing/2014/main" id="{A79F9B6F-F4A9-5358-1F27-7DDCEF17A4DD}"/>
              </a:ext>
            </a:extLst>
          </p:cNvPr>
          <p:cNvGrpSpPr>
            <a:grpSpLocks/>
          </p:cNvGrpSpPr>
          <p:nvPr/>
        </p:nvGrpSpPr>
        <p:grpSpPr bwMode="auto">
          <a:xfrm>
            <a:off x="876300" y="4897438"/>
            <a:ext cx="1331913" cy="1204912"/>
            <a:chOff x="846" y="2984"/>
            <a:chExt cx="839" cy="759"/>
          </a:xfrm>
        </p:grpSpPr>
        <p:pic>
          <p:nvPicPr>
            <p:cNvPr id="28780" name="Picture 30">
              <a:extLst>
                <a:ext uri="{FF2B5EF4-FFF2-40B4-BE49-F238E27FC236}">
                  <a16:creationId xmlns:a16="http://schemas.microsoft.com/office/drawing/2014/main" id="{9784C92E-3A55-6C99-4E14-A3194261EB3D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" y="2984"/>
              <a:ext cx="839" cy="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781" name="Text Box 33">
              <a:extLst>
                <a:ext uri="{FF2B5EF4-FFF2-40B4-BE49-F238E27FC236}">
                  <a16:creationId xmlns:a16="http://schemas.microsoft.com/office/drawing/2014/main" id="{40FD5108-F5B5-94BA-5413-67973FBAE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" y="309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A</a:t>
              </a:r>
            </a:p>
          </p:txBody>
        </p:sp>
      </p:grpSp>
      <p:cxnSp>
        <p:nvCxnSpPr>
          <p:cNvPr id="28682" name="AutoShape 102">
            <a:extLst>
              <a:ext uri="{FF2B5EF4-FFF2-40B4-BE49-F238E27FC236}">
                <a16:creationId xmlns:a16="http://schemas.microsoft.com/office/drawing/2014/main" id="{11DDAE3D-AD6B-4E6C-937F-8F299D8797A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943100" y="2773363"/>
            <a:ext cx="973138" cy="717550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3" name="AutoShape 108">
            <a:extLst>
              <a:ext uri="{FF2B5EF4-FFF2-40B4-BE49-F238E27FC236}">
                <a16:creationId xmlns:a16="http://schemas.microsoft.com/office/drawing/2014/main" id="{1286793B-1BE1-E549-01A2-FFC32A6CAC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21313" y="3794125"/>
            <a:ext cx="461962" cy="0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4" name="AutoShape 109">
            <a:extLst>
              <a:ext uri="{FF2B5EF4-FFF2-40B4-BE49-F238E27FC236}">
                <a16:creationId xmlns:a16="http://schemas.microsoft.com/office/drawing/2014/main" id="{23898556-A5E9-C2E8-DB62-93C7E0A44C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37000" y="2773363"/>
            <a:ext cx="461963" cy="0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5" name="AutoShape 110">
            <a:extLst>
              <a:ext uri="{FF2B5EF4-FFF2-40B4-BE49-F238E27FC236}">
                <a16:creationId xmlns:a16="http://schemas.microsoft.com/office/drawing/2014/main" id="{BAA3539D-F0B1-FFD5-482D-268E7A601DE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21313" y="2773363"/>
            <a:ext cx="973137" cy="717550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6" name="AutoShape 111">
            <a:extLst>
              <a:ext uri="{FF2B5EF4-FFF2-40B4-BE49-F238E27FC236}">
                <a16:creationId xmlns:a16="http://schemas.microsoft.com/office/drawing/2014/main" id="{2CAFC486-9460-B376-44DA-D2586801A0D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10138" y="3076575"/>
            <a:ext cx="0" cy="414338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7" name="AutoShape 113">
            <a:extLst>
              <a:ext uri="{FF2B5EF4-FFF2-40B4-BE49-F238E27FC236}">
                <a16:creationId xmlns:a16="http://schemas.microsoft.com/office/drawing/2014/main" id="{99811840-6CD3-7AC9-3AA9-066CA76F2D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10138" y="4097338"/>
            <a:ext cx="0" cy="493712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114">
            <a:extLst>
              <a:ext uri="{FF2B5EF4-FFF2-40B4-BE49-F238E27FC236}">
                <a16:creationId xmlns:a16="http://schemas.microsoft.com/office/drawing/2014/main" id="{3E0ED2E0-A28D-2108-3559-C8B84C658D6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21313" y="4097338"/>
            <a:ext cx="973137" cy="796925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AutoShape 140">
            <a:extLst>
              <a:ext uri="{FF2B5EF4-FFF2-40B4-BE49-F238E27FC236}">
                <a16:creationId xmlns:a16="http://schemas.microsoft.com/office/drawing/2014/main" id="{4C3A46D5-04E3-BE63-9EF4-50A72DEE23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43100" y="4097338"/>
            <a:ext cx="973138" cy="796925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141">
            <a:extLst>
              <a:ext uri="{FF2B5EF4-FFF2-40B4-BE49-F238E27FC236}">
                <a16:creationId xmlns:a16="http://schemas.microsoft.com/office/drawing/2014/main" id="{8DDA819A-3B8B-B4B9-BAE5-033A5D7D5CF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54275" y="3794125"/>
            <a:ext cx="461963" cy="0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142">
            <a:extLst>
              <a:ext uri="{FF2B5EF4-FFF2-40B4-BE49-F238E27FC236}">
                <a16:creationId xmlns:a16="http://schemas.microsoft.com/office/drawing/2014/main" id="{63218374-F5A5-D4D4-3FC4-59A72C8BDD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37000" y="3794125"/>
            <a:ext cx="461963" cy="0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143">
            <a:extLst>
              <a:ext uri="{FF2B5EF4-FFF2-40B4-BE49-F238E27FC236}">
                <a16:creationId xmlns:a16="http://schemas.microsoft.com/office/drawing/2014/main" id="{96F6FEB1-4549-1F76-3741-DD2B9EBB86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7413" y="4097338"/>
            <a:ext cx="0" cy="493712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144">
            <a:extLst>
              <a:ext uri="{FF2B5EF4-FFF2-40B4-BE49-F238E27FC236}">
                <a16:creationId xmlns:a16="http://schemas.microsoft.com/office/drawing/2014/main" id="{E42190D8-3B37-4486-E76A-9E6A194700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37000" y="4894263"/>
            <a:ext cx="461963" cy="0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4" name="AutoShape 145">
            <a:extLst>
              <a:ext uri="{FF2B5EF4-FFF2-40B4-BE49-F238E27FC236}">
                <a16:creationId xmlns:a16="http://schemas.microsoft.com/office/drawing/2014/main" id="{101E914B-D4BB-59DD-9C73-35A39DF4C9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7413" y="3076575"/>
            <a:ext cx="0" cy="414338"/>
          </a:xfrm>
          <a:prstGeom prst="straightConnector1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8695" name="Group 163">
            <a:extLst>
              <a:ext uri="{FF2B5EF4-FFF2-40B4-BE49-F238E27FC236}">
                <a16:creationId xmlns:a16="http://schemas.microsoft.com/office/drawing/2014/main" id="{314A1A27-4276-1D0B-C637-10FAF4CC6465}"/>
              </a:ext>
            </a:extLst>
          </p:cNvPr>
          <p:cNvGrpSpPr>
            <a:grpSpLocks/>
          </p:cNvGrpSpPr>
          <p:nvPr/>
        </p:nvGrpSpPr>
        <p:grpSpPr bwMode="auto">
          <a:xfrm>
            <a:off x="1431925" y="2470150"/>
            <a:ext cx="5473700" cy="2727325"/>
            <a:chOff x="902" y="1556"/>
            <a:chExt cx="3448" cy="1718"/>
          </a:xfrm>
        </p:grpSpPr>
        <p:pic>
          <p:nvPicPr>
            <p:cNvPr id="28772" name="Picture 70">
              <a:extLst>
                <a:ext uri="{FF2B5EF4-FFF2-40B4-BE49-F238E27FC236}">
                  <a16:creationId xmlns:a16="http://schemas.microsoft.com/office/drawing/2014/main" id="{B01DAEEA-E5C4-2E8C-7230-D37BFB1BF50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" y="2199"/>
              <a:ext cx="644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773" name="Picture 73">
              <a:extLst>
                <a:ext uri="{FF2B5EF4-FFF2-40B4-BE49-F238E27FC236}">
                  <a16:creationId xmlns:a16="http://schemas.microsoft.com/office/drawing/2014/main" id="{3349B5B5-AEE8-79AD-B4F7-5F453042664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7" y="2199"/>
              <a:ext cx="643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774" name="Picture 74">
              <a:extLst>
                <a:ext uri="{FF2B5EF4-FFF2-40B4-BE49-F238E27FC236}">
                  <a16:creationId xmlns:a16="http://schemas.microsoft.com/office/drawing/2014/main" id="{5229020F-FEEB-6665-576A-FF65646F24F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1" y="2199"/>
              <a:ext cx="644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775" name="Picture 78">
              <a:extLst>
                <a:ext uri="{FF2B5EF4-FFF2-40B4-BE49-F238E27FC236}">
                  <a16:creationId xmlns:a16="http://schemas.microsoft.com/office/drawing/2014/main" id="{26B4FC50-0C47-9194-B3D4-8BB857438AF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6" y="2199"/>
              <a:ext cx="644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776" name="Picture 80">
              <a:extLst>
                <a:ext uri="{FF2B5EF4-FFF2-40B4-BE49-F238E27FC236}">
                  <a16:creationId xmlns:a16="http://schemas.microsoft.com/office/drawing/2014/main" id="{8BDE0D58-06F5-610A-1FE9-FA85B6DF6D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7" y="2892"/>
              <a:ext cx="643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777" name="Picture 81">
              <a:extLst>
                <a:ext uri="{FF2B5EF4-FFF2-40B4-BE49-F238E27FC236}">
                  <a16:creationId xmlns:a16="http://schemas.microsoft.com/office/drawing/2014/main" id="{729C8968-D3D4-EADC-D165-B49D08E1814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1" y="2892"/>
              <a:ext cx="644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778" name="Picture 92">
              <a:extLst>
                <a:ext uri="{FF2B5EF4-FFF2-40B4-BE49-F238E27FC236}">
                  <a16:creationId xmlns:a16="http://schemas.microsoft.com/office/drawing/2014/main" id="{3EAB1924-8D28-29C3-1BF2-7AC3FB9423C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7" y="1556"/>
              <a:ext cx="643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779" name="Picture 93">
              <a:extLst>
                <a:ext uri="{FF2B5EF4-FFF2-40B4-BE49-F238E27FC236}">
                  <a16:creationId xmlns:a16="http://schemas.microsoft.com/office/drawing/2014/main" id="{8B6E580D-0957-72DA-B4CC-CBDC3D89741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1" y="1556"/>
              <a:ext cx="644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507">
            <a:extLst>
              <a:ext uri="{FF2B5EF4-FFF2-40B4-BE49-F238E27FC236}">
                <a16:creationId xmlns:a16="http://schemas.microsoft.com/office/drawing/2014/main" id="{B9B5283D-0FF8-57BC-6769-89637C319BFB}"/>
              </a:ext>
            </a:extLst>
          </p:cNvPr>
          <p:cNvGrpSpPr>
            <a:grpSpLocks/>
          </p:cNvGrpSpPr>
          <p:nvPr/>
        </p:nvGrpSpPr>
        <p:grpSpPr bwMode="auto">
          <a:xfrm>
            <a:off x="1938338" y="2049463"/>
            <a:ext cx="4184650" cy="3451225"/>
            <a:chOff x="1243" y="1288"/>
            <a:chExt cx="2636" cy="2174"/>
          </a:xfrm>
        </p:grpSpPr>
        <p:cxnSp>
          <p:nvCxnSpPr>
            <p:cNvPr id="28767" name="AutoShape 508">
              <a:extLst>
                <a:ext uri="{FF2B5EF4-FFF2-40B4-BE49-F238E27FC236}">
                  <a16:creationId xmlns:a16="http://schemas.microsoft.com/office/drawing/2014/main" id="{0502D1A2-EBC2-FA9D-298E-91190DB77C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10" y="3271"/>
              <a:ext cx="768" cy="19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8" name="AutoShape 509">
              <a:extLst>
                <a:ext uri="{FF2B5EF4-FFF2-40B4-BE49-F238E27FC236}">
                  <a16:creationId xmlns:a16="http://schemas.microsoft.com/office/drawing/2014/main" id="{3ECA8BAE-BC70-1612-46EA-27E919ADFB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12" y="1288"/>
              <a:ext cx="767" cy="265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9" name="AutoShape 510">
              <a:extLst>
                <a:ext uri="{FF2B5EF4-FFF2-40B4-BE49-F238E27FC236}">
                  <a16:creationId xmlns:a16="http://schemas.microsoft.com/office/drawing/2014/main" id="{FDCD82D5-B57E-CBF6-4E7F-774217EE64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43" y="1744"/>
              <a:ext cx="613" cy="45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70" name="AutoShape 511">
              <a:extLst>
                <a:ext uri="{FF2B5EF4-FFF2-40B4-BE49-F238E27FC236}">
                  <a16:creationId xmlns:a16="http://schemas.microsoft.com/office/drawing/2014/main" id="{04EBBD94-5B7B-4D52-2846-85609B86AA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99" y="1744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71" name="AutoShape 512">
              <a:extLst>
                <a:ext uri="{FF2B5EF4-FFF2-40B4-BE49-F238E27FC236}">
                  <a16:creationId xmlns:a16="http://schemas.microsoft.com/office/drawing/2014/main" id="{B7F5AB17-CD64-A94F-FD02-EF0E07269B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43" y="2578"/>
              <a:ext cx="613" cy="50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513">
            <a:extLst>
              <a:ext uri="{FF2B5EF4-FFF2-40B4-BE49-F238E27FC236}">
                <a16:creationId xmlns:a16="http://schemas.microsoft.com/office/drawing/2014/main" id="{57D0C7C7-090A-5F77-4E2B-E06754DF9E54}"/>
              </a:ext>
            </a:extLst>
          </p:cNvPr>
          <p:cNvGrpSpPr>
            <a:grpSpLocks/>
          </p:cNvGrpSpPr>
          <p:nvPr/>
        </p:nvGrpSpPr>
        <p:grpSpPr bwMode="auto">
          <a:xfrm>
            <a:off x="1951038" y="2049463"/>
            <a:ext cx="4451350" cy="3451225"/>
            <a:chOff x="1224" y="1460"/>
            <a:chExt cx="2804" cy="2174"/>
          </a:xfrm>
        </p:grpSpPr>
        <p:cxnSp>
          <p:nvCxnSpPr>
            <p:cNvPr id="28758" name="AutoShape 514">
              <a:extLst>
                <a:ext uri="{FF2B5EF4-FFF2-40B4-BE49-F238E27FC236}">
                  <a16:creationId xmlns:a16="http://schemas.microsoft.com/office/drawing/2014/main" id="{18AADF35-CAE8-78D3-C788-91539D9CBC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91" y="3443"/>
              <a:ext cx="768" cy="19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9" name="AutoShape 515">
              <a:extLst>
                <a:ext uri="{FF2B5EF4-FFF2-40B4-BE49-F238E27FC236}">
                  <a16:creationId xmlns:a16="http://schemas.microsoft.com/office/drawing/2014/main" id="{DA39E070-05F6-5CE8-5AC7-810D3C17A3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093" y="1460"/>
              <a:ext cx="767" cy="265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0" name="AutoShape 516">
              <a:extLst>
                <a:ext uri="{FF2B5EF4-FFF2-40B4-BE49-F238E27FC236}">
                  <a16:creationId xmlns:a16="http://schemas.microsoft.com/office/drawing/2014/main" id="{082B5C77-2CD2-A891-B472-22D8E27DDB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24" y="1916"/>
              <a:ext cx="613" cy="45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1" name="AutoShape 517">
              <a:extLst>
                <a:ext uri="{FF2B5EF4-FFF2-40B4-BE49-F238E27FC236}">
                  <a16:creationId xmlns:a16="http://schemas.microsoft.com/office/drawing/2014/main" id="{1B3D31FE-0E00-CE26-852C-65AE6FECDE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15" y="2559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2" name="AutoShape 518">
              <a:extLst>
                <a:ext uri="{FF2B5EF4-FFF2-40B4-BE49-F238E27FC236}">
                  <a16:creationId xmlns:a16="http://schemas.microsoft.com/office/drawing/2014/main" id="{9CAA8BC9-80C1-B1E5-A86C-81D1722FCD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0" y="1916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3" name="AutoShape 519">
              <a:extLst>
                <a:ext uri="{FF2B5EF4-FFF2-40B4-BE49-F238E27FC236}">
                  <a16:creationId xmlns:a16="http://schemas.microsoft.com/office/drawing/2014/main" id="{C85367BB-8217-4C71-6E70-2FD1C783C1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415" y="2750"/>
              <a:ext cx="613" cy="50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4" name="AutoShape 520">
              <a:extLst>
                <a:ext uri="{FF2B5EF4-FFF2-40B4-BE49-F238E27FC236}">
                  <a16:creationId xmlns:a16="http://schemas.microsoft.com/office/drawing/2014/main" id="{AF4B1677-5C7B-21C9-BE6C-EA5AD663A3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46" y="2559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5" name="AutoShape 521">
              <a:extLst>
                <a:ext uri="{FF2B5EF4-FFF2-40B4-BE49-F238E27FC236}">
                  <a16:creationId xmlns:a16="http://schemas.microsoft.com/office/drawing/2014/main" id="{330CE801-F7AE-ECCA-3E2E-CA2F65AC79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0" y="2559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66" name="AutoShape 522">
              <a:extLst>
                <a:ext uri="{FF2B5EF4-FFF2-40B4-BE49-F238E27FC236}">
                  <a16:creationId xmlns:a16="http://schemas.microsoft.com/office/drawing/2014/main" id="{A624B4B3-0ED6-5E5A-1C37-F55FFCA64E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0" y="3252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" name="Group 523">
            <a:extLst>
              <a:ext uri="{FF2B5EF4-FFF2-40B4-BE49-F238E27FC236}">
                <a16:creationId xmlns:a16="http://schemas.microsoft.com/office/drawing/2014/main" id="{7BB5692B-EE20-7BB1-6BA1-E304DB469B76}"/>
              </a:ext>
            </a:extLst>
          </p:cNvPr>
          <p:cNvGrpSpPr>
            <a:grpSpLocks/>
          </p:cNvGrpSpPr>
          <p:nvPr/>
        </p:nvGrpSpPr>
        <p:grpSpPr bwMode="auto">
          <a:xfrm>
            <a:off x="1951038" y="2049463"/>
            <a:ext cx="4451350" cy="3451225"/>
            <a:chOff x="1461" y="1291"/>
            <a:chExt cx="2804" cy="2174"/>
          </a:xfrm>
        </p:grpSpPr>
        <p:cxnSp>
          <p:nvCxnSpPr>
            <p:cNvPr id="28751" name="AutoShape 524">
              <a:extLst>
                <a:ext uri="{FF2B5EF4-FFF2-40B4-BE49-F238E27FC236}">
                  <a16:creationId xmlns:a16="http://schemas.microsoft.com/office/drawing/2014/main" id="{84E16B42-A5D8-42F4-C042-359BE23768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28" y="3274"/>
              <a:ext cx="768" cy="19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2" name="AutoShape 525">
              <a:extLst>
                <a:ext uri="{FF2B5EF4-FFF2-40B4-BE49-F238E27FC236}">
                  <a16:creationId xmlns:a16="http://schemas.microsoft.com/office/drawing/2014/main" id="{68040377-9E8A-A45E-A81F-DEE4CBF4AD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30" y="1291"/>
              <a:ext cx="767" cy="265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3" name="AutoShape 526">
              <a:extLst>
                <a:ext uri="{FF2B5EF4-FFF2-40B4-BE49-F238E27FC236}">
                  <a16:creationId xmlns:a16="http://schemas.microsoft.com/office/drawing/2014/main" id="{194B192E-71DF-AF86-5AD2-E51A85995B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52" y="2390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4" name="AutoShape 527">
              <a:extLst>
                <a:ext uri="{FF2B5EF4-FFF2-40B4-BE49-F238E27FC236}">
                  <a16:creationId xmlns:a16="http://schemas.microsoft.com/office/drawing/2014/main" id="{204767A3-75BF-FA5E-D534-F4B6283191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52" y="1747"/>
              <a:ext cx="613" cy="45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5" name="AutoShape 528">
              <a:extLst>
                <a:ext uri="{FF2B5EF4-FFF2-40B4-BE49-F238E27FC236}">
                  <a16:creationId xmlns:a16="http://schemas.microsoft.com/office/drawing/2014/main" id="{2BCAFAEF-9989-9D92-FADB-91D9B9D5A7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61" y="2581"/>
              <a:ext cx="613" cy="50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6" name="AutoShape 529">
              <a:extLst>
                <a:ext uri="{FF2B5EF4-FFF2-40B4-BE49-F238E27FC236}">
                  <a16:creationId xmlns:a16="http://schemas.microsoft.com/office/drawing/2014/main" id="{60D07B28-BA90-CD1C-436A-8C3A79759E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83" y="2390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7" name="AutoShape 530">
              <a:extLst>
                <a:ext uri="{FF2B5EF4-FFF2-40B4-BE49-F238E27FC236}">
                  <a16:creationId xmlns:a16="http://schemas.microsoft.com/office/drawing/2014/main" id="{087835EB-024E-F1F9-B4E7-9A8A315DBE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17" y="2390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Group 531">
            <a:extLst>
              <a:ext uri="{FF2B5EF4-FFF2-40B4-BE49-F238E27FC236}">
                <a16:creationId xmlns:a16="http://schemas.microsoft.com/office/drawing/2014/main" id="{54A631AA-2512-75DE-B247-89DBE470E568}"/>
              </a:ext>
            </a:extLst>
          </p:cNvPr>
          <p:cNvGrpSpPr>
            <a:grpSpLocks/>
          </p:cNvGrpSpPr>
          <p:nvPr/>
        </p:nvGrpSpPr>
        <p:grpSpPr bwMode="auto">
          <a:xfrm>
            <a:off x="2185988" y="2049463"/>
            <a:ext cx="3919537" cy="3451225"/>
            <a:chOff x="1617" y="1291"/>
            <a:chExt cx="2469" cy="2174"/>
          </a:xfrm>
        </p:grpSpPr>
        <p:cxnSp>
          <p:nvCxnSpPr>
            <p:cNvPr id="28746" name="AutoShape 532">
              <a:extLst>
                <a:ext uri="{FF2B5EF4-FFF2-40B4-BE49-F238E27FC236}">
                  <a16:creationId xmlns:a16="http://schemas.microsoft.com/office/drawing/2014/main" id="{5FF20727-808A-319B-85CA-FDACC5DD98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17" y="3274"/>
              <a:ext cx="768" cy="19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47" name="AutoShape 533">
              <a:extLst>
                <a:ext uri="{FF2B5EF4-FFF2-40B4-BE49-F238E27FC236}">
                  <a16:creationId xmlns:a16="http://schemas.microsoft.com/office/drawing/2014/main" id="{2FA9F75F-6138-2202-D647-92EC33AB18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9" y="1291"/>
              <a:ext cx="767" cy="265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48" name="AutoShape 534">
              <a:extLst>
                <a:ext uri="{FF2B5EF4-FFF2-40B4-BE49-F238E27FC236}">
                  <a16:creationId xmlns:a16="http://schemas.microsoft.com/office/drawing/2014/main" id="{3F5EFA53-05BF-78D4-594F-DDAD314584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19" y="1938"/>
              <a:ext cx="0" cy="26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49" name="AutoShape 535">
              <a:extLst>
                <a:ext uri="{FF2B5EF4-FFF2-40B4-BE49-F238E27FC236}">
                  <a16:creationId xmlns:a16="http://schemas.microsoft.com/office/drawing/2014/main" id="{AE5C0843-7290-F07B-77DB-18C3C3B936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19" y="2581"/>
              <a:ext cx="0" cy="31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50" name="AutoShape 536">
              <a:extLst>
                <a:ext uri="{FF2B5EF4-FFF2-40B4-BE49-F238E27FC236}">
                  <a16:creationId xmlns:a16="http://schemas.microsoft.com/office/drawing/2014/main" id="{A105B34B-6519-D56B-97A4-3E9A28595E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6" y="3083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Group 537">
            <a:extLst>
              <a:ext uri="{FF2B5EF4-FFF2-40B4-BE49-F238E27FC236}">
                <a16:creationId xmlns:a16="http://schemas.microsoft.com/office/drawing/2014/main" id="{A76B41CA-5F4D-C21E-4779-42B3F75CD258}"/>
              </a:ext>
            </a:extLst>
          </p:cNvPr>
          <p:cNvGrpSpPr>
            <a:grpSpLocks/>
          </p:cNvGrpSpPr>
          <p:nvPr/>
        </p:nvGrpSpPr>
        <p:grpSpPr bwMode="auto">
          <a:xfrm>
            <a:off x="2185988" y="2049463"/>
            <a:ext cx="3919537" cy="3451225"/>
            <a:chOff x="1394" y="1291"/>
            <a:chExt cx="2469" cy="2174"/>
          </a:xfrm>
        </p:grpSpPr>
        <p:cxnSp>
          <p:nvCxnSpPr>
            <p:cNvPr id="28741" name="AutoShape 538">
              <a:extLst>
                <a:ext uri="{FF2B5EF4-FFF2-40B4-BE49-F238E27FC236}">
                  <a16:creationId xmlns:a16="http://schemas.microsoft.com/office/drawing/2014/main" id="{FF6A87AA-759C-D137-2BF0-7FC3D1520D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94" y="3274"/>
              <a:ext cx="768" cy="19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42" name="AutoShape 539">
              <a:extLst>
                <a:ext uri="{FF2B5EF4-FFF2-40B4-BE49-F238E27FC236}">
                  <a16:creationId xmlns:a16="http://schemas.microsoft.com/office/drawing/2014/main" id="{8AC6F4C2-81DF-282A-98C0-C8256542CD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096" y="1291"/>
              <a:ext cx="767" cy="265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43" name="AutoShape 540">
              <a:extLst>
                <a:ext uri="{FF2B5EF4-FFF2-40B4-BE49-F238E27FC236}">
                  <a16:creationId xmlns:a16="http://schemas.microsoft.com/office/drawing/2014/main" id="{2AE5F550-06F2-1E83-7D72-F35F8D47E1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3" y="1747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44" name="AutoShape 541">
              <a:extLst>
                <a:ext uri="{FF2B5EF4-FFF2-40B4-BE49-F238E27FC236}">
                  <a16:creationId xmlns:a16="http://schemas.microsoft.com/office/drawing/2014/main" id="{2092B29A-8D43-6446-9D22-D9981A6301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61" y="2581"/>
              <a:ext cx="0" cy="31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45" name="AutoShape 542">
              <a:extLst>
                <a:ext uri="{FF2B5EF4-FFF2-40B4-BE49-F238E27FC236}">
                  <a16:creationId xmlns:a16="http://schemas.microsoft.com/office/drawing/2014/main" id="{33F50565-2E29-7CB7-2928-A9EA5490F0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61" y="1938"/>
              <a:ext cx="0" cy="26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Group 543">
            <a:extLst>
              <a:ext uri="{FF2B5EF4-FFF2-40B4-BE49-F238E27FC236}">
                <a16:creationId xmlns:a16="http://schemas.microsoft.com/office/drawing/2014/main" id="{C7E958FF-672F-0EB3-7585-D24A7DA2E0AF}"/>
              </a:ext>
            </a:extLst>
          </p:cNvPr>
          <p:cNvGrpSpPr>
            <a:grpSpLocks/>
          </p:cNvGrpSpPr>
          <p:nvPr/>
        </p:nvGrpSpPr>
        <p:grpSpPr bwMode="auto">
          <a:xfrm>
            <a:off x="2216150" y="2049463"/>
            <a:ext cx="4186238" cy="3451225"/>
            <a:chOff x="1651" y="1291"/>
            <a:chExt cx="2637" cy="2174"/>
          </a:xfrm>
        </p:grpSpPr>
        <p:cxnSp>
          <p:nvCxnSpPr>
            <p:cNvPr id="28736" name="AutoShape 544">
              <a:extLst>
                <a:ext uri="{FF2B5EF4-FFF2-40B4-BE49-F238E27FC236}">
                  <a16:creationId xmlns:a16="http://schemas.microsoft.com/office/drawing/2014/main" id="{E2D5598A-8CA0-2F06-2CE0-399E50FAD0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51" y="3274"/>
              <a:ext cx="768" cy="19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7" name="AutoShape 545">
              <a:extLst>
                <a:ext uri="{FF2B5EF4-FFF2-40B4-BE49-F238E27FC236}">
                  <a16:creationId xmlns:a16="http://schemas.microsoft.com/office/drawing/2014/main" id="{76D67F09-6A10-7EAB-EEC1-3D4DFD2FBD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53" y="1291"/>
              <a:ext cx="767" cy="265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8" name="AutoShape 546">
              <a:extLst>
                <a:ext uri="{FF2B5EF4-FFF2-40B4-BE49-F238E27FC236}">
                  <a16:creationId xmlns:a16="http://schemas.microsoft.com/office/drawing/2014/main" id="{046DDEB8-52CF-34FE-19CF-55F40203B4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75" y="1747"/>
              <a:ext cx="613" cy="45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9" name="AutoShape 547">
              <a:extLst>
                <a:ext uri="{FF2B5EF4-FFF2-40B4-BE49-F238E27FC236}">
                  <a16:creationId xmlns:a16="http://schemas.microsoft.com/office/drawing/2014/main" id="{E934593A-0242-1C4C-8137-52E5FE3D26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675" y="2581"/>
              <a:ext cx="613" cy="50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40" name="AutoShape 548">
              <a:extLst>
                <a:ext uri="{FF2B5EF4-FFF2-40B4-BE49-F238E27FC236}">
                  <a16:creationId xmlns:a16="http://schemas.microsoft.com/office/drawing/2014/main" id="{FEC21D50-24E1-1DB5-5C40-0CBD6DF814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40" y="3083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Group 549">
            <a:extLst>
              <a:ext uri="{FF2B5EF4-FFF2-40B4-BE49-F238E27FC236}">
                <a16:creationId xmlns:a16="http://schemas.microsoft.com/office/drawing/2014/main" id="{EA7AB528-956E-6E4F-6786-136C03006D6C}"/>
              </a:ext>
            </a:extLst>
          </p:cNvPr>
          <p:cNvGrpSpPr>
            <a:grpSpLocks/>
          </p:cNvGrpSpPr>
          <p:nvPr/>
        </p:nvGrpSpPr>
        <p:grpSpPr bwMode="auto">
          <a:xfrm>
            <a:off x="2216150" y="2049463"/>
            <a:ext cx="4186238" cy="3451225"/>
            <a:chOff x="1391" y="1291"/>
            <a:chExt cx="2637" cy="2174"/>
          </a:xfrm>
        </p:grpSpPr>
        <p:cxnSp>
          <p:nvCxnSpPr>
            <p:cNvPr id="28729" name="AutoShape 550">
              <a:extLst>
                <a:ext uri="{FF2B5EF4-FFF2-40B4-BE49-F238E27FC236}">
                  <a16:creationId xmlns:a16="http://schemas.microsoft.com/office/drawing/2014/main" id="{3C824D58-6C7A-012F-EECC-DDB9906C92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91" y="3274"/>
              <a:ext cx="768" cy="19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0" name="AutoShape 551">
              <a:extLst>
                <a:ext uri="{FF2B5EF4-FFF2-40B4-BE49-F238E27FC236}">
                  <a16:creationId xmlns:a16="http://schemas.microsoft.com/office/drawing/2014/main" id="{A76091EA-0A8A-EBEA-867E-F4EDB880F7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093" y="1291"/>
              <a:ext cx="767" cy="265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1" name="AutoShape 552">
              <a:extLst>
                <a:ext uri="{FF2B5EF4-FFF2-40B4-BE49-F238E27FC236}">
                  <a16:creationId xmlns:a16="http://schemas.microsoft.com/office/drawing/2014/main" id="{15A0CB98-E24F-3D1E-1F7F-1DE1F04007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15" y="1747"/>
              <a:ext cx="613" cy="45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2" name="AutoShape 553">
              <a:extLst>
                <a:ext uri="{FF2B5EF4-FFF2-40B4-BE49-F238E27FC236}">
                  <a16:creationId xmlns:a16="http://schemas.microsoft.com/office/drawing/2014/main" id="{86C76C81-7270-C42F-8DDC-80038F7ACB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93" y="2581"/>
              <a:ext cx="0" cy="31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3" name="AutoShape 554">
              <a:extLst>
                <a:ext uri="{FF2B5EF4-FFF2-40B4-BE49-F238E27FC236}">
                  <a16:creationId xmlns:a16="http://schemas.microsoft.com/office/drawing/2014/main" id="{612A77F8-4338-6F2E-D1B6-7BB0160C7C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415" y="2581"/>
              <a:ext cx="613" cy="50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4" name="AutoShape 555">
              <a:extLst>
                <a:ext uri="{FF2B5EF4-FFF2-40B4-BE49-F238E27FC236}">
                  <a16:creationId xmlns:a16="http://schemas.microsoft.com/office/drawing/2014/main" id="{E6A76D5E-256E-EB3F-34BD-F73C78871F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0" y="2390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5" name="AutoShape 556">
              <a:extLst>
                <a:ext uri="{FF2B5EF4-FFF2-40B4-BE49-F238E27FC236}">
                  <a16:creationId xmlns:a16="http://schemas.microsoft.com/office/drawing/2014/main" id="{301D8141-DB00-1C35-9E22-62182FB763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59" y="2581"/>
              <a:ext cx="0" cy="31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Group 557">
            <a:extLst>
              <a:ext uri="{FF2B5EF4-FFF2-40B4-BE49-F238E27FC236}">
                <a16:creationId xmlns:a16="http://schemas.microsoft.com/office/drawing/2014/main" id="{CEC6E5D3-4E5D-CDC8-E616-5C3C4AF47DD9}"/>
              </a:ext>
            </a:extLst>
          </p:cNvPr>
          <p:cNvGrpSpPr>
            <a:grpSpLocks/>
          </p:cNvGrpSpPr>
          <p:nvPr/>
        </p:nvGrpSpPr>
        <p:grpSpPr bwMode="auto">
          <a:xfrm>
            <a:off x="1916113" y="2049463"/>
            <a:ext cx="4451350" cy="3451225"/>
            <a:chOff x="1290" y="1291"/>
            <a:chExt cx="2804" cy="2174"/>
          </a:xfrm>
        </p:grpSpPr>
        <p:cxnSp>
          <p:nvCxnSpPr>
            <p:cNvPr id="28720" name="AutoShape 558">
              <a:extLst>
                <a:ext uri="{FF2B5EF4-FFF2-40B4-BE49-F238E27FC236}">
                  <a16:creationId xmlns:a16="http://schemas.microsoft.com/office/drawing/2014/main" id="{2F2030FD-9C71-CDE6-52CB-F8D4282054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57" y="3274"/>
              <a:ext cx="768" cy="19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1" name="AutoShape 559">
              <a:extLst>
                <a:ext uri="{FF2B5EF4-FFF2-40B4-BE49-F238E27FC236}">
                  <a16:creationId xmlns:a16="http://schemas.microsoft.com/office/drawing/2014/main" id="{846F8034-5AC7-2DCC-7AE6-B37DCF6211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59" y="1291"/>
              <a:ext cx="767" cy="265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2" name="AutoShape 560">
              <a:extLst>
                <a:ext uri="{FF2B5EF4-FFF2-40B4-BE49-F238E27FC236}">
                  <a16:creationId xmlns:a16="http://schemas.microsoft.com/office/drawing/2014/main" id="{26ADEF1F-F183-8663-E65E-B5E5FF06B4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90" y="1747"/>
              <a:ext cx="613" cy="45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3" name="AutoShape 561">
              <a:extLst>
                <a:ext uri="{FF2B5EF4-FFF2-40B4-BE49-F238E27FC236}">
                  <a16:creationId xmlns:a16="http://schemas.microsoft.com/office/drawing/2014/main" id="{9E62234E-4712-3688-4A88-E83C0681AC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81" y="1747"/>
              <a:ext cx="613" cy="45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4" name="AutoShape 562">
              <a:extLst>
                <a:ext uri="{FF2B5EF4-FFF2-40B4-BE49-F238E27FC236}">
                  <a16:creationId xmlns:a16="http://schemas.microsoft.com/office/drawing/2014/main" id="{18275C3D-778B-8F12-320F-DE9CF0744D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59" y="2581"/>
              <a:ext cx="0" cy="31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5" name="AutoShape 563">
              <a:extLst>
                <a:ext uri="{FF2B5EF4-FFF2-40B4-BE49-F238E27FC236}">
                  <a16:creationId xmlns:a16="http://schemas.microsoft.com/office/drawing/2014/main" id="{7A343D2C-D286-0DF1-A4F2-A5902AC65B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481" y="2581"/>
              <a:ext cx="613" cy="50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6" name="AutoShape 564">
              <a:extLst>
                <a:ext uri="{FF2B5EF4-FFF2-40B4-BE49-F238E27FC236}">
                  <a16:creationId xmlns:a16="http://schemas.microsoft.com/office/drawing/2014/main" id="{2A51AD9A-DB85-1414-91C3-7FE5539BA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90" y="2581"/>
              <a:ext cx="613" cy="502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7" name="AutoShape 565">
              <a:extLst>
                <a:ext uri="{FF2B5EF4-FFF2-40B4-BE49-F238E27FC236}">
                  <a16:creationId xmlns:a16="http://schemas.microsoft.com/office/drawing/2014/main" id="{3178A75E-5B09-2227-D3A4-3770FA84A0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46" y="2390"/>
              <a:ext cx="291" cy="0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8" name="AutoShape 566">
              <a:extLst>
                <a:ext uri="{FF2B5EF4-FFF2-40B4-BE49-F238E27FC236}">
                  <a16:creationId xmlns:a16="http://schemas.microsoft.com/office/drawing/2014/main" id="{FC193A5F-DD0F-341E-5658-11A7BB72DF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25" y="1938"/>
              <a:ext cx="0" cy="261"/>
            </a:xfrm>
            <a:prstGeom prst="straightConnector1">
              <a:avLst/>
            </a:prstGeom>
            <a:noFill/>
            <a:ln w="7620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70841" name="AutoShape 153">
            <a:extLst>
              <a:ext uri="{FF2B5EF4-FFF2-40B4-BE49-F238E27FC236}">
                <a16:creationId xmlns:a16="http://schemas.microsoft.com/office/drawing/2014/main" id="{479CAE1D-3723-B8E7-11D1-8A9B9E1C7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2493963"/>
            <a:ext cx="2725737" cy="1597025"/>
          </a:xfrm>
          <a:prstGeom prst="cloudCallout">
            <a:avLst>
              <a:gd name="adj1" fmla="val -9347"/>
              <a:gd name="adj2" fmla="val 97315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600">
                <a:solidFill>
                  <a:schemeClr val="bg1"/>
                </a:solidFill>
              </a:rPr>
              <a:t> www.zoomgroup.com</a:t>
            </a:r>
            <a:endParaRPr lang="en-US" altLang="en-US" sz="1600"/>
          </a:p>
        </p:txBody>
      </p:sp>
      <p:sp>
        <p:nvSpPr>
          <p:cNvPr id="28705" name="Date Placeholder 3">
            <a:extLst>
              <a:ext uri="{FF2B5EF4-FFF2-40B4-BE49-F238E27FC236}">
                <a16:creationId xmlns:a16="http://schemas.microsoft.com/office/drawing/2014/main" id="{1697E738-4BDD-13B2-ED76-4B544DDDE0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088FACD-1015-4BF4-9E3C-A0A190FB1DF9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8706" name="Footer Placeholder 4">
            <a:extLst>
              <a:ext uri="{FF2B5EF4-FFF2-40B4-BE49-F238E27FC236}">
                <a16:creationId xmlns:a16="http://schemas.microsoft.com/office/drawing/2014/main" id="{39F27B30-ACCD-090A-D07A-CDF6BA13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8707" name="Slide Number Placeholder 5">
            <a:extLst>
              <a:ext uri="{FF2B5EF4-FFF2-40B4-BE49-F238E27FC236}">
                <a16:creationId xmlns:a16="http://schemas.microsoft.com/office/drawing/2014/main" id="{959155F4-FF44-FF9E-6FB0-A4B0E3E1388F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409484F7-8A52-46C2-8821-F3FC217B2EA5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23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23" name="Trapezoid 122">
            <a:extLst>
              <a:ext uri="{FF2B5EF4-FFF2-40B4-BE49-F238E27FC236}">
                <a16:creationId xmlns:a16="http://schemas.microsoft.com/office/drawing/2014/main" id="{0A61724E-14CA-9D4B-EFD6-9DC991A3F6E9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4" name="Trapezoid 123">
            <a:extLst>
              <a:ext uri="{FF2B5EF4-FFF2-40B4-BE49-F238E27FC236}">
                <a16:creationId xmlns:a16="http://schemas.microsoft.com/office/drawing/2014/main" id="{2CA6B3EE-44BB-FE6F-5B10-1BFB6F704D89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5" name="Trapezoid 124">
            <a:extLst>
              <a:ext uri="{FF2B5EF4-FFF2-40B4-BE49-F238E27FC236}">
                <a16:creationId xmlns:a16="http://schemas.microsoft.com/office/drawing/2014/main" id="{13AF8CC1-819B-BAD1-6B10-E5EA63191E36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6" name="Trapezoid 125">
            <a:extLst>
              <a:ext uri="{FF2B5EF4-FFF2-40B4-BE49-F238E27FC236}">
                <a16:creationId xmlns:a16="http://schemas.microsoft.com/office/drawing/2014/main" id="{809523CE-7091-5B91-CA6E-D04FB8DEB456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0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841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85F3D018-0E29-B794-0747-06B5C66B0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5878C63-87BF-4B5A-8B82-70429DF1DA0D}" type="slidenum">
              <a:rPr lang="en-US" altLang="en-US" sz="1200">
                <a:solidFill>
                  <a:srgbClr val="898989"/>
                </a:solidFill>
              </a:rPr>
              <a:pPr/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9699" name="Rectangle 12">
            <a:extLst>
              <a:ext uri="{FF2B5EF4-FFF2-40B4-BE49-F238E27FC236}">
                <a16:creationId xmlns:a16="http://schemas.microsoft.com/office/drawing/2014/main" id="{9D12E558-9827-FB8B-75D8-159D5E705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5827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Data flow from Network Layer</a:t>
            </a:r>
          </a:p>
        </p:txBody>
      </p:sp>
      <p:sp>
        <p:nvSpPr>
          <p:cNvPr id="371725" name="Rectangle 13">
            <a:extLst>
              <a:ext uri="{FF2B5EF4-FFF2-40B4-BE49-F238E27FC236}">
                <a16:creationId xmlns:a16="http://schemas.microsoft.com/office/drawing/2014/main" id="{280F8520-B822-64C7-87B9-C06842854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2907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71726" name="Rectangle 14">
            <a:extLst>
              <a:ext uri="{FF2B5EF4-FFF2-40B4-BE49-F238E27FC236}">
                <a16:creationId xmlns:a16="http://schemas.microsoft.com/office/drawing/2014/main" id="{CDF38E42-C874-494A-5E83-B6E43BFD3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61925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71727" name="Rectangle 15">
            <a:extLst>
              <a:ext uri="{FF2B5EF4-FFF2-40B4-BE49-F238E27FC236}">
                <a16:creationId xmlns:a16="http://schemas.microsoft.com/office/drawing/2014/main" id="{F4953D85-0BDB-B6A8-8D29-2E064FBFA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9638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71728" name="AutoShape 16">
            <a:extLst>
              <a:ext uri="{FF2B5EF4-FFF2-40B4-BE49-F238E27FC236}">
                <a16:creationId xmlns:a16="http://schemas.microsoft.com/office/drawing/2014/main" id="{3DC4FED4-550D-3EE2-BFDB-A7122262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1763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1729" name="AutoShape 17">
            <a:extLst>
              <a:ext uri="{FF2B5EF4-FFF2-40B4-BE49-F238E27FC236}">
                <a16:creationId xmlns:a16="http://schemas.microsoft.com/office/drawing/2014/main" id="{D04E0FCD-6A29-DA31-EF27-A8C62A24C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46062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1731" name="AutoShape 19">
            <a:extLst>
              <a:ext uri="{FF2B5EF4-FFF2-40B4-BE49-F238E27FC236}">
                <a16:creationId xmlns:a16="http://schemas.microsoft.com/office/drawing/2014/main" id="{FC26A7F2-103A-997B-F028-E0A18FC71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3094038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1736" name="Rectangle 24">
            <a:extLst>
              <a:ext uri="{FF2B5EF4-FFF2-40B4-BE49-F238E27FC236}">
                <a16:creationId xmlns:a16="http://schemas.microsoft.com/office/drawing/2014/main" id="{8248E78F-35E2-D12B-71FC-B8E045DF3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5" y="4241800"/>
            <a:ext cx="1235075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900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371740" name="Rectangle 28">
            <a:extLst>
              <a:ext uri="{FF2B5EF4-FFF2-40B4-BE49-F238E27FC236}">
                <a16:creationId xmlns:a16="http://schemas.microsoft.com/office/drawing/2014/main" id="{99C6801C-1A46-1CFA-062E-FC0CAD414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3597275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371741" name="AutoShape 29">
            <a:extLst>
              <a:ext uri="{FF2B5EF4-FFF2-40B4-BE49-F238E27FC236}">
                <a16:creationId xmlns:a16="http://schemas.microsoft.com/office/drawing/2014/main" id="{4714EAF8-8C6D-8C8E-C720-A6DD98679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3740150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706AE932-4FBE-300B-474E-F7CF48E52947}"/>
              </a:ext>
            </a:extLst>
          </p:cNvPr>
          <p:cNvGrpSpPr>
            <a:grpSpLocks/>
          </p:cNvGrpSpPr>
          <p:nvPr/>
        </p:nvGrpSpPr>
        <p:grpSpPr bwMode="auto">
          <a:xfrm>
            <a:off x="2851150" y="4243388"/>
            <a:ext cx="3248025" cy="520700"/>
            <a:chOff x="1796" y="2673"/>
            <a:chExt cx="2046" cy="328"/>
          </a:xfrm>
        </p:grpSpPr>
        <p:sp>
          <p:nvSpPr>
            <p:cNvPr id="29739" name="Rectangle 22">
              <a:extLst>
                <a:ext uri="{FF2B5EF4-FFF2-40B4-BE49-F238E27FC236}">
                  <a16:creationId xmlns:a16="http://schemas.microsoft.com/office/drawing/2014/main" id="{EE2E0219-649D-12E6-61DE-FCFA989C9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6" y="2892"/>
              <a:ext cx="68" cy="56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40" name="Rectangle 21">
              <a:extLst>
                <a:ext uri="{FF2B5EF4-FFF2-40B4-BE49-F238E27FC236}">
                  <a16:creationId xmlns:a16="http://schemas.microsoft.com/office/drawing/2014/main" id="{66A314D4-D3DF-364D-3F01-6E8DB9F1E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673"/>
              <a:ext cx="418" cy="328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/>
                <a:t>NH</a:t>
              </a:r>
            </a:p>
          </p:txBody>
        </p:sp>
      </p:grpSp>
      <p:sp>
        <p:nvSpPr>
          <p:cNvPr id="371749" name="AutoShape 37">
            <a:extLst>
              <a:ext uri="{FF2B5EF4-FFF2-40B4-BE49-F238E27FC236}">
                <a16:creationId xmlns:a16="http://schemas.microsoft.com/office/drawing/2014/main" id="{0AAB161E-4141-D557-78C4-BBEB2B44A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4319588"/>
            <a:ext cx="769937" cy="358775"/>
          </a:xfrm>
          <a:prstGeom prst="leftArrow">
            <a:avLst>
              <a:gd name="adj1" fmla="val 50000"/>
              <a:gd name="adj2" fmla="val 53650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3" name="Group 41">
            <a:extLst>
              <a:ext uri="{FF2B5EF4-FFF2-40B4-BE49-F238E27FC236}">
                <a16:creationId xmlns:a16="http://schemas.microsoft.com/office/drawing/2014/main" id="{653FC7A7-F5D9-46AA-1108-F04079AA8F75}"/>
              </a:ext>
            </a:extLst>
          </p:cNvPr>
          <p:cNvGrpSpPr>
            <a:grpSpLocks/>
          </p:cNvGrpSpPr>
          <p:nvPr/>
        </p:nvGrpSpPr>
        <p:grpSpPr bwMode="auto">
          <a:xfrm>
            <a:off x="306388" y="3744913"/>
            <a:ext cx="1766887" cy="1203325"/>
            <a:chOff x="193" y="2310"/>
            <a:chExt cx="1113" cy="807"/>
          </a:xfrm>
        </p:grpSpPr>
        <p:pic>
          <p:nvPicPr>
            <p:cNvPr id="29737" name="Picture 35">
              <a:extLst>
                <a:ext uri="{FF2B5EF4-FFF2-40B4-BE49-F238E27FC236}">
                  <a16:creationId xmlns:a16="http://schemas.microsoft.com/office/drawing/2014/main" id="{597A1099-BA2F-69D6-120F-74B824C7282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" y="2577"/>
              <a:ext cx="815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38" name="Text Box 39">
              <a:extLst>
                <a:ext uri="{FF2B5EF4-FFF2-40B4-BE49-F238E27FC236}">
                  <a16:creationId xmlns:a16="http://schemas.microsoft.com/office/drawing/2014/main" id="{8C45233B-606D-8021-E04F-4040AEE98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" y="2310"/>
              <a:ext cx="1113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1754" name="Rectangle 42">
            <a:extLst>
              <a:ext uri="{FF2B5EF4-FFF2-40B4-BE49-F238E27FC236}">
                <a16:creationId xmlns:a16="http://schemas.microsoft.com/office/drawing/2014/main" id="{370DB99B-B77D-2C6F-A83B-C15D6CF7B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424180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Packet</a:t>
            </a:r>
          </a:p>
        </p:txBody>
      </p:sp>
      <p:grpSp>
        <p:nvGrpSpPr>
          <p:cNvPr id="4" name="Group 51">
            <a:extLst>
              <a:ext uri="{FF2B5EF4-FFF2-40B4-BE49-F238E27FC236}">
                <a16:creationId xmlns:a16="http://schemas.microsoft.com/office/drawing/2014/main" id="{3FA03655-469A-A478-1854-75E023C4A873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1585913"/>
            <a:ext cx="2514600" cy="4540250"/>
            <a:chOff x="1733" y="900"/>
            <a:chExt cx="1584" cy="2860"/>
          </a:xfrm>
        </p:grpSpPr>
        <p:sp>
          <p:nvSpPr>
            <p:cNvPr id="371764" name="Rectangle 52">
              <a:extLst>
                <a:ext uri="{FF2B5EF4-FFF2-40B4-BE49-F238E27FC236}">
                  <a16:creationId xmlns:a16="http://schemas.microsoft.com/office/drawing/2014/main" id="{19740CA2-6BD0-1E72-BB88-E77414CF3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900"/>
              <a:ext cx="1584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Application </a:t>
              </a:r>
            </a:p>
          </p:txBody>
        </p:sp>
        <p:sp>
          <p:nvSpPr>
            <p:cNvPr id="371765" name="Rectangle 53">
              <a:extLst>
                <a:ext uri="{FF2B5EF4-FFF2-40B4-BE49-F238E27FC236}">
                  <a16:creationId xmlns:a16="http://schemas.microsoft.com/office/drawing/2014/main" id="{81D7715B-130A-2365-CB1A-FB5FF55DC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306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371766" name="Rectangle 54">
              <a:extLst>
                <a:ext uri="{FF2B5EF4-FFF2-40B4-BE49-F238E27FC236}">
                  <a16:creationId xmlns:a16="http://schemas.microsoft.com/office/drawing/2014/main" id="{E76DA52B-8FAB-0B73-20FC-7DCC463D4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716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  <p:sp>
          <p:nvSpPr>
            <p:cNvPr id="371767" name="Rectangle 55">
              <a:extLst>
                <a:ext uri="{FF2B5EF4-FFF2-40B4-BE49-F238E27FC236}">
                  <a16:creationId xmlns:a16="http://schemas.microsoft.com/office/drawing/2014/main" id="{A8978C17-32AA-84B9-51FC-A2DACEC02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123"/>
              <a:ext cx="1584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Transport  </a:t>
              </a:r>
            </a:p>
          </p:txBody>
        </p:sp>
        <p:sp>
          <p:nvSpPr>
            <p:cNvPr id="371768" name="Rectangle 56">
              <a:extLst>
                <a:ext uri="{FF2B5EF4-FFF2-40B4-BE49-F238E27FC236}">
                  <a16:creationId xmlns:a16="http://schemas.microsoft.com/office/drawing/2014/main" id="{40589E8B-4503-B4DF-FBA5-1AD9E443D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530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371769" name="Rectangle 57">
              <a:extLst>
                <a:ext uri="{FF2B5EF4-FFF2-40B4-BE49-F238E27FC236}">
                  <a16:creationId xmlns:a16="http://schemas.microsoft.com/office/drawing/2014/main" id="{8BC8D9EB-2457-8F87-AAF9-B51DCC78C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940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371770" name="Rectangle 58">
              <a:extLst>
                <a:ext uri="{FF2B5EF4-FFF2-40B4-BE49-F238E27FC236}">
                  <a16:creationId xmlns:a16="http://schemas.microsoft.com/office/drawing/2014/main" id="{F7BC678D-CA78-3A16-8821-DEE49E7E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3350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371771" name="Text Box 59">
            <a:extLst>
              <a:ext uri="{FF2B5EF4-FFF2-40B4-BE49-F238E27FC236}">
                <a16:creationId xmlns:a16="http://schemas.microsoft.com/office/drawing/2014/main" id="{0007F0F8-03F5-ECC5-EBE1-6252A1F8E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00400"/>
            <a:ext cx="300831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/>
              <a:t>Devices that work at Network Layer </a:t>
            </a:r>
          </a:p>
          <a:p>
            <a:r>
              <a:rPr lang="en-US" altLang="en-US" sz="1400"/>
              <a:t>are Router, Multilayer switch etc..</a:t>
            </a:r>
          </a:p>
          <a:p>
            <a:endParaRPr lang="en-US" altLang="en-US" sz="1400"/>
          </a:p>
        </p:txBody>
      </p:sp>
      <p:sp>
        <p:nvSpPr>
          <p:cNvPr id="29715" name="Date Placeholder 3">
            <a:extLst>
              <a:ext uri="{FF2B5EF4-FFF2-40B4-BE49-F238E27FC236}">
                <a16:creationId xmlns:a16="http://schemas.microsoft.com/office/drawing/2014/main" id="{097076D0-F703-2F90-3BF8-77D4011A7E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3439B47-2FA7-4A27-AC29-56BB24F3D184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9716" name="Footer Placeholder 4">
            <a:extLst>
              <a:ext uri="{FF2B5EF4-FFF2-40B4-BE49-F238E27FC236}">
                <a16:creationId xmlns:a16="http://schemas.microsoft.com/office/drawing/2014/main" id="{610F3C71-1EEA-853F-49A1-1C635964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9717" name="Slide Number Placeholder 5">
            <a:extLst>
              <a:ext uri="{FF2B5EF4-FFF2-40B4-BE49-F238E27FC236}">
                <a16:creationId xmlns:a16="http://schemas.microsoft.com/office/drawing/2014/main" id="{9775C72D-9EAD-90DA-24DC-950B9F6A7F5F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1632B8E0-E22E-4E3B-B139-38ECBD005BB5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24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C69F671B-5AAB-AD8E-05BA-3868B384E129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Trapezoid 33">
            <a:extLst>
              <a:ext uri="{FF2B5EF4-FFF2-40B4-BE49-F238E27FC236}">
                <a16:creationId xmlns:a16="http://schemas.microsoft.com/office/drawing/2014/main" id="{C42BF0AA-D00F-5088-E1A6-34E98ABC13A2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5" name="Trapezoid 34">
            <a:extLst>
              <a:ext uri="{FF2B5EF4-FFF2-40B4-BE49-F238E27FC236}">
                <a16:creationId xmlns:a16="http://schemas.microsoft.com/office/drawing/2014/main" id="{7426F2CF-2A20-64A2-1BFF-D4B4E32AE8B9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CADC5093-79BD-9C1A-79BC-226AC2A80670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7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7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7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7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1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71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7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37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25" grpId="0" animBg="1" autoUpdateAnimBg="0"/>
      <p:bldP spid="371726" grpId="0" animBg="1" autoUpdateAnimBg="0"/>
      <p:bldP spid="371727" grpId="0" animBg="1" autoUpdateAnimBg="0"/>
      <p:bldP spid="371728" grpId="0" animBg="1"/>
      <p:bldP spid="371729" grpId="0" animBg="1"/>
      <p:bldP spid="371731" grpId="0" animBg="1"/>
      <p:bldP spid="371736" grpId="0" animBg="1" autoUpdateAnimBg="0"/>
      <p:bldP spid="371740" grpId="0" animBg="1" autoUpdateAnimBg="0"/>
      <p:bldP spid="371741" grpId="0" animBg="1"/>
      <p:bldP spid="371749" grpId="0" animBg="1"/>
      <p:bldP spid="371754" grpId="0" animBg="1" autoUpdateAnimBg="0"/>
      <p:bldP spid="37177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7117753-30C7-8E3B-BAF4-AD88C7D7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C7D9EDC-87CE-474F-A443-437862FE5C11}" type="slidenum">
              <a:rPr lang="en-US" altLang="en-US" sz="1200">
                <a:solidFill>
                  <a:srgbClr val="898989"/>
                </a:solidFill>
              </a:rPr>
              <a:pPr/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ABC3F23-5DF2-3903-7B25-E08C2557A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Datalink Layer</a:t>
            </a:r>
          </a:p>
        </p:txBody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8F93376C-09F5-54B1-783C-FE7728FD7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1060450"/>
            <a:ext cx="6704012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>
                <a:solidFill>
                  <a:schemeClr val="folHlink"/>
                </a:solidFill>
              </a:rPr>
              <a:t>   Datalink Layer</a:t>
            </a:r>
            <a:r>
              <a:rPr lang="en-US" altLang="ja-JP"/>
              <a:t>  </a:t>
            </a:r>
          </a:p>
          <a:p>
            <a:pPr lvl="1" algn="l" eaLnBrk="1" hangingPunct="1">
              <a:spcBef>
                <a:spcPct val="20000"/>
              </a:spcBef>
            </a:pPr>
            <a:r>
              <a:rPr lang="en-US" altLang="ja-JP" sz="1600"/>
              <a:t>It has 2 sub layers</a:t>
            </a:r>
          </a:p>
          <a:p>
            <a:pPr lvl="1" algn="l" eaLnBrk="1" hangingPunct="1">
              <a:spcBef>
                <a:spcPct val="20000"/>
              </a:spcBef>
              <a:buFontTx/>
              <a:buChar char="•"/>
            </a:pPr>
            <a:r>
              <a:rPr lang="en-US" altLang="ja-JP" sz="1600">
                <a:solidFill>
                  <a:schemeClr val="folHlink"/>
                </a:solidFill>
              </a:rPr>
              <a:t>MAC</a:t>
            </a:r>
            <a:r>
              <a:rPr lang="en-US" altLang="ja-JP" sz="1600"/>
              <a:t> (Media Access Control) It provides reliable transit of data across a physical link. </a:t>
            </a:r>
          </a:p>
          <a:p>
            <a:pPr lvl="1" algn="l" eaLnBrk="1" hangingPunct="1">
              <a:spcBef>
                <a:spcPct val="20000"/>
              </a:spcBef>
              <a:buFontTx/>
              <a:buChar char="•"/>
            </a:pPr>
            <a:endParaRPr lang="en-US" altLang="ja-JP" sz="1400"/>
          </a:p>
          <a:p>
            <a:pPr lvl="1" algn="l" eaLnBrk="1" hangingPunct="1">
              <a:spcBef>
                <a:spcPct val="20000"/>
              </a:spcBef>
            </a:pPr>
            <a:r>
              <a:rPr lang="en-US" altLang="ja-JP" sz="1600"/>
              <a:t>    It also provides ERROR DETECTION using CRC (Cyclic Redundancy Check) and ordered delivery of Frames.</a:t>
            </a:r>
          </a:p>
          <a:p>
            <a:pPr lvl="1" algn="l" eaLnBrk="1" hangingPunct="1">
              <a:spcBef>
                <a:spcPct val="20000"/>
              </a:spcBef>
            </a:pPr>
            <a:r>
              <a:rPr lang="en-US" altLang="ja-JP" sz="1600"/>
              <a:t>    Ex: Ethernet, Token ring…etc </a:t>
            </a:r>
          </a:p>
          <a:p>
            <a:pPr lvl="1" algn="l" eaLnBrk="1" hangingPunct="1">
              <a:spcBef>
                <a:spcPct val="20000"/>
              </a:spcBef>
            </a:pPr>
            <a:r>
              <a:rPr lang="en-US" altLang="ja-JP" sz="1600"/>
              <a:t>    </a:t>
            </a:r>
            <a:endParaRPr lang="en-US" altLang="ja-JP"/>
          </a:p>
          <a:p>
            <a:pPr lvl="1" algn="l" eaLnBrk="1" hangingPunct="1">
              <a:spcBef>
                <a:spcPct val="20000"/>
              </a:spcBef>
              <a:buFontTx/>
              <a:buChar char="•"/>
            </a:pPr>
            <a:r>
              <a:rPr lang="en-US" altLang="ja-JP"/>
              <a:t> </a:t>
            </a:r>
            <a:r>
              <a:rPr lang="en-US" altLang="ja-JP" sz="1600">
                <a:solidFill>
                  <a:schemeClr val="folHlink"/>
                </a:solidFill>
              </a:rPr>
              <a:t>LLC</a:t>
            </a:r>
            <a:r>
              <a:rPr lang="en-US" altLang="ja-JP" sz="1600"/>
              <a:t> (Logical Link Control)</a:t>
            </a:r>
          </a:p>
          <a:p>
            <a:pPr lvl="1" algn="l" eaLnBrk="1" hangingPunct="1">
              <a:spcBef>
                <a:spcPct val="20000"/>
              </a:spcBef>
            </a:pPr>
            <a:r>
              <a:rPr lang="en-US" altLang="ja-JP" sz="1600"/>
              <a:t>     It provides communication with Network layer. </a:t>
            </a:r>
          </a:p>
          <a:p>
            <a:pPr lvl="1" algn="l" eaLnBrk="1" hangingPunct="1">
              <a:spcBef>
                <a:spcPct val="20000"/>
              </a:spcBef>
            </a:pPr>
            <a:endParaRPr lang="en-US" altLang="ja-JP" sz="1600"/>
          </a:p>
          <a:p>
            <a:pPr lvl="1" algn="l" eaLnBrk="1" hangingPunct="1">
              <a:spcBef>
                <a:spcPct val="20000"/>
              </a:spcBef>
            </a:pPr>
            <a:r>
              <a:rPr lang="en-US" altLang="ja-JP" sz="1600"/>
              <a:t>    Negotiates with Network Layer using SAP &amp; SNAP protocols</a:t>
            </a:r>
          </a:p>
          <a:p>
            <a:pPr lvl="1" algn="l" eaLnBrk="1" hangingPunct="1">
              <a:spcBef>
                <a:spcPct val="20000"/>
              </a:spcBef>
            </a:pPr>
            <a:r>
              <a:rPr lang="en-US" altLang="ja-JP" sz="1600"/>
              <a:t>     </a:t>
            </a:r>
            <a:endParaRPr lang="en-US" altLang="ja-JP"/>
          </a:p>
          <a:p>
            <a:pPr lvl="1" algn="l" eaLnBrk="1" hangingPunct="1">
              <a:spcBef>
                <a:spcPct val="20000"/>
              </a:spcBef>
            </a:pPr>
            <a:r>
              <a:rPr lang="en-US" altLang="ja-JP"/>
              <a:t>	</a:t>
            </a:r>
          </a:p>
          <a:p>
            <a:pPr algn="l" eaLnBrk="1" hangingPunct="1">
              <a:spcBef>
                <a:spcPct val="20000"/>
              </a:spcBef>
            </a:pPr>
            <a:endParaRPr lang="en-US" altLang="ja-JP"/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1DB95AAF-FFAE-BA84-A0F0-E547BD2559B6}"/>
              </a:ext>
            </a:extLst>
          </p:cNvPr>
          <p:cNvGrpSpPr>
            <a:grpSpLocks/>
          </p:cNvGrpSpPr>
          <p:nvPr/>
        </p:nvGrpSpPr>
        <p:grpSpPr bwMode="auto">
          <a:xfrm>
            <a:off x="0" y="1249363"/>
            <a:ext cx="2655888" cy="4748212"/>
            <a:chOff x="1717" y="894"/>
            <a:chExt cx="1673" cy="2991"/>
          </a:xfrm>
        </p:grpSpPr>
        <p:grpSp>
          <p:nvGrpSpPr>
            <p:cNvPr id="30742" name="Group 26">
              <a:extLst>
                <a:ext uri="{FF2B5EF4-FFF2-40B4-BE49-F238E27FC236}">
                  <a16:creationId xmlns:a16="http://schemas.microsoft.com/office/drawing/2014/main" id="{518C8EBF-0C3A-C0DE-41F4-BF54EC7F12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" y="900"/>
              <a:ext cx="1584" cy="2860"/>
              <a:chOff x="1733" y="900"/>
              <a:chExt cx="1584" cy="2860"/>
            </a:xfrm>
          </p:grpSpPr>
          <p:sp>
            <p:nvSpPr>
              <p:cNvPr id="372763" name="Rectangle 27">
                <a:extLst>
                  <a:ext uri="{FF2B5EF4-FFF2-40B4-BE49-F238E27FC236}">
                    <a16:creationId xmlns:a16="http://schemas.microsoft.com/office/drawing/2014/main" id="{8D133D39-6920-ED6A-164E-F396F12F2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900"/>
                <a:ext cx="1584" cy="410"/>
              </a:xfrm>
              <a:prstGeom prst="rect">
                <a:avLst/>
              </a:prstGeom>
              <a:solidFill>
                <a:srgbClr val="C0C0C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Application </a:t>
                </a:r>
              </a:p>
            </p:txBody>
          </p:sp>
          <p:sp>
            <p:nvSpPr>
              <p:cNvPr id="372764" name="Rectangle 28">
                <a:extLst>
                  <a:ext uri="{FF2B5EF4-FFF2-40B4-BE49-F238E27FC236}">
                    <a16:creationId xmlns:a16="http://schemas.microsoft.com/office/drawing/2014/main" id="{5E4F921F-6C94-413D-FEE9-DD03B8955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306"/>
                <a:ext cx="1584" cy="410"/>
              </a:xfrm>
              <a:prstGeom prst="rect">
                <a:avLst/>
              </a:prstGeom>
              <a:solidFill>
                <a:srgbClr val="99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Presentation</a:t>
                </a:r>
              </a:p>
            </p:txBody>
          </p:sp>
          <p:sp>
            <p:nvSpPr>
              <p:cNvPr id="372765" name="Rectangle 29">
                <a:extLst>
                  <a:ext uri="{FF2B5EF4-FFF2-40B4-BE49-F238E27FC236}">
                    <a16:creationId xmlns:a16="http://schemas.microsoft.com/office/drawing/2014/main" id="{3FFCBDBA-AD30-FA82-6410-A4B1AD300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716"/>
                <a:ext cx="1584" cy="409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Session</a:t>
                </a:r>
              </a:p>
            </p:txBody>
          </p:sp>
          <p:sp>
            <p:nvSpPr>
              <p:cNvPr id="372766" name="Rectangle 30">
                <a:extLst>
                  <a:ext uri="{FF2B5EF4-FFF2-40B4-BE49-F238E27FC236}">
                    <a16:creationId xmlns:a16="http://schemas.microsoft.com/office/drawing/2014/main" id="{7845D4FC-9884-0101-7D95-8B8375F47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123"/>
                <a:ext cx="1584" cy="410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Transport  </a:t>
                </a:r>
              </a:p>
            </p:txBody>
          </p:sp>
          <p:sp>
            <p:nvSpPr>
              <p:cNvPr id="372767" name="Rectangle 31">
                <a:extLst>
                  <a:ext uri="{FF2B5EF4-FFF2-40B4-BE49-F238E27FC236}">
                    <a16:creationId xmlns:a16="http://schemas.microsoft.com/office/drawing/2014/main" id="{8EC043BE-CC28-8C83-8C75-4227DA793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530"/>
                <a:ext cx="1584" cy="410"/>
              </a:xfrm>
              <a:prstGeom prst="rect">
                <a:avLst/>
              </a:prstGeom>
              <a:solidFill>
                <a:srgbClr val="FF99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Network   </a:t>
                </a:r>
              </a:p>
            </p:txBody>
          </p:sp>
          <p:sp>
            <p:nvSpPr>
              <p:cNvPr id="372768" name="Rectangle 32">
                <a:extLst>
                  <a:ext uri="{FF2B5EF4-FFF2-40B4-BE49-F238E27FC236}">
                    <a16:creationId xmlns:a16="http://schemas.microsoft.com/office/drawing/2014/main" id="{2E756359-B394-B7C8-29C5-90C90BF4D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940"/>
                <a:ext cx="1584" cy="410"/>
              </a:xfrm>
              <a:prstGeom prst="rect">
                <a:avLst/>
              </a:prstGeom>
              <a:solidFill>
                <a:srgbClr val="66FF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Data Link</a:t>
                </a:r>
              </a:p>
            </p:txBody>
          </p:sp>
          <p:sp>
            <p:nvSpPr>
              <p:cNvPr id="372769" name="Rectangle 33">
                <a:extLst>
                  <a:ext uri="{FF2B5EF4-FFF2-40B4-BE49-F238E27FC236}">
                    <a16:creationId xmlns:a16="http://schemas.microsoft.com/office/drawing/2014/main" id="{9C4CD232-B3D5-604D-132F-AF6E37CD0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3350"/>
                <a:ext cx="1584" cy="410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Physical</a:t>
                </a:r>
              </a:p>
            </p:txBody>
          </p:sp>
        </p:grpSp>
        <p:sp>
          <p:nvSpPr>
            <p:cNvPr id="30743" name="Rectangle 34">
              <a:extLst>
                <a:ext uri="{FF2B5EF4-FFF2-40B4-BE49-F238E27FC236}">
                  <a16:creationId xmlns:a16="http://schemas.microsoft.com/office/drawing/2014/main" id="{388602C0-9AA3-4174-D077-A08149E0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894"/>
              <a:ext cx="1673" cy="2991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2750" name="Rectangle 14">
            <a:extLst>
              <a:ext uri="{FF2B5EF4-FFF2-40B4-BE49-F238E27FC236}">
                <a16:creationId xmlns:a16="http://schemas.microsoft.com/office/drawing/2014/main" id="{647BF9C7-6FF1-1FBC-C005-457EE4A6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87863"/>
            <a:ext cx="2514600" cy="650875"/>
          </a:xfrm>
          <a:prstGeom prst="rect">
            <a:avLst/>
          </a:prstGeom>
          <a:solidFill>
            <a:srgbClr val="66FF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Data Link</a:t>
            </a:r>
          </a:p>
        </p:txBody>
      </p:sp>
      <p:sp>
        <p:nvSpPr>
          <p:cNvPr id="30727" name="Date Placeholder 3">
            <a:extLst>
              <a:ext uri="{FF2B5EF4-FFF2-40B4-BE49-F238E27FC236}">
                <a16:creationId xmlns:a16="http://schemas.microsoft.com/office/drawing/2014/main" id="{A5734BC4-BBE9-4C11-F540-36194C12057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B4A46E5-0516-4D98-9F4B-64C6C6F3665B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728" name="Footer Placeholder 4">
            <a:extLst>
              <a:ext uri="{FF2B5EF4-FFF2-40B4-BE49-F238E27FC236}">
                <a16:creationId xmlns:a16="http://schemas.microsoft.com/office/drawing/2014/main" id="{C626FDB2-DBC7-2975-E5BD-3D738948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729" name="Slide Number Placeholder 5">
            <a:extLst>
              <a:ext uri="{FF2B5EF4-FFF2-40B4-BE49-F238E27FC236}">
                <a16:creationId xmlns:a16="http://schemas.microsoft.com/office/drawing/2014/main" id="{D399F616-C8E8-B1DE-E4ED-39A798F7A84C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B4A189F0-97D3-4577-A9D2-A6C82B4ABCEF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F3F0A0EA-A1CB-A815-A00F-10844EF9A956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4176B725-642E-6764-0854-E4A326CC3CEE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DC613E23-AFFF-D459-A9B1-35099030B726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836C9638-1BD9-4053-D9F3-39DEB7615779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72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27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27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 bldLvl="2" autoUpdateAnimBg="0"/>
      <p:bldP spid="372750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 Placeholder 3">
            <a:extLst>
              <a:ext uri="{FF2B5EF4-FFF2-40B4-BE49-F238E27FC236}">
                <a16:creationId xmlns:a16="http://schemas.microsoft.com/office/drawing/2014/main" id="{A539002B-2E85-6482-8609-00D8EEB9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6CBE560-F272-41FC-B074-7DDFAA58B7E4}" type="slidenum">
              <a:rPr lang="en-US" altLang="en-US" sz="1200">
                <a:solidFill>
                  <a:srgbClr val="898989"/>
                </a:solidFill>
              </a:rPr>
              <a:pPr/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123">
            <a:extLst>
              <a:ext uri="{FF2B5EF4-FFF2-40B4-BE49-F238E27FC236}">
                <a16:creationId xmlns:a16="http://schemas.microsoft.com/office/drawing/2014/main" id="{474E606D-1161-890D-2156-91573373F571}"/>
              </a:ext>
            </a:extLst>
          </p:cNvPr>
          <p:cNvGrpSpPr>
            <a:grpSpLocks/>
          </p:cNvGrpSpPr>
          <p:nvPr/>
        </p:nvGrpSpPr>
        <p:grpSpPr bwMode="auto">
          <a:xfrm>
            <a:off x="1522413" y="4217988"/>
            <a:ext cx="5776912" cy="534987"/>
            <a:chOff x="959" y="3674"/>
            <a:chExt cx="3639" cy="337"/>
          </a:xfrm>
        </p:grpSpPr>
        <p:graphicFrame>
          <p:nvGraphicFramePr>
            <p:cNvPr id="5127" name="Object 5">
              <a:extLst>
                <a:ext uri="{FF2B5EF4-FFF2-40B4-BE49-F238E27FC236}">
                  <a16:creationId xmlns:a16="http://schemas.microsoft.com/office/drawing/2014/main" id="{2F32A14B-54D9-186D-98A0-3D6F69CAB6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9" y="3674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5127" name="Object 5">
                          <a:extLst>
                            <a:ext uri="{FF2B5EF4-FFF2-40B4-BE49-F238E27FC236}">
                              <a16:creationId xmlns:a16="http://schemas.microsoft.com/office/drawing/2014/main" id="{2F32A14B-54D9-186D-98A0-3D6F69CAB6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959" y="3674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10" name="Rectangle 125">
              <a:extLst>
                <a:ext uri="{FF2B5EF4-FFF2-40B4-BE49-F238E27FC236}">
                  <a16:creationId xmlns:a16="http://schemas.microsoft.com/office/drawing/2014/main" id="{8FEC9FEA-E9A1-9F79-6C48-2F3AEBE0B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808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D8B610-F848-7E22-8C81-3224CA43DBD4}"/>
              </a:ext>
            </a:extLst>
          </p:cNvPr>
          <p:cNvGrpSpPr>
            <a:grpSpLocks/>
          </p:cNvGrpSpPr>
          <p:nvPr/>
        </p:nvGrpSpPr>
        <p:grpSpPr bwMode="auto">
          <a:xfrm>
            <a:off x="3233738" y="2339975"/>
            <a:ext cx="2155825" cy="1409700"/>
            <a:chOff x="2037" y="1798"/>
            <a:chExt cx="1358" cy="888"/>
          </a:xfrm>
        </p:grpSpPr>
        <p:sp>
          <p:nvSpPr>
            <p:cNvPr id="5205" name="AutoShape 3">
              <a:extLst>
                <a:ext uri="{FF2B5EF4-FFF2-40B4-BE49-F238E27FC236}">
                  <a16:creationId xmlns:a16="http://schemas.microsoft.com/office/drawing/2014/main" id="{2B1DA74D-6BCA-C7EC-35E1-827EFA0E1BF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52" y="2097"/>
              <a:ext cx="1328" cy="29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06" name="AutoShape 4">
              <a:extLst>
                <a:ext uri="{FF2B5EF4-FFF2-40B4-BE49-F238E27FC236}">
                  <a16:creationId xmlns:a16="http://schemas.microsoft.com/office/drawing/2014/main" id="{47FB84F1-C71B-9183-DB47-678226DCF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798"/>
              <a:ext cx="1316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07" name="AutoShape 5">
              <a:extLst>
                <a:ext uri="{FF2B5EF4-FFF2-40B4-BE49-F238E27FC236}">
                  <a16:creationId xmlns:a16="http://schemas.microsoft.com/office/drawing/2014/main" id="{18C73285-2AFE-1E51-D033-7ABDC727A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2393"/>
              <a:ext cx="1358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08" name="AutoShape 6">
              <a:extLst>
                <a:ext uri="{FF2B5EF4-FFF2-40B4-BE49-F238E27FC236}">
                  <a16:creationId xmlns:a16="http://schemas.microsoft.com/office/drawing/2014/main" id="{2A64B994-8CBE-D941-ED2E-902274553C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2752" y="2049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09" name="AutoShape 7">
              <a:extLst>
                <a:ext uri="{FF2B5EF4-FFF2-40B4-BE49-F238E27FC236}">
                  <a16:creationId xmlns:a16="http://schemas.microsoft.com/office/drawing/2014/main" id="{5E1A684A-DD4B-4384-DF82-A5FEF3709B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89" y="2049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BC3D8226-5A73-C3DF-D4A5-819F170A76D4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192588"/>
            <a:ext cx="5686425" cy="534987"/>
            <a:chOff x="969" y="2965"/>
            <a:chExt cx="3582" cy="337"/>
          </a:xfrm>
        </p:grpSpPr>
        <p:graphicFrame>
          <p:nvGraphicFramePr>
            <p:cNvPr id="5126" name="Object 4">
              <a:extLst>
                <a:ext uri="{FF2B5EF4-FFF2-40B4-BE49-F238E27FC236}">
                  <a16:creationId xmlns:a16="http://schemas.microsoft.com/office/drawing/2014/main" id="{91CC42D8-8350-0D78-6B8D-4C394ABB60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5126" name="Object 4">
                          <a:extLst>
                            <a:ext uri="{FF2B5EF4-FFF2-40B4-BE49-F238E27FC236}">
                              <a16:creationId xmlns:a16="http://schemas.microsoft.com/office/drawing/2014/main" id="{91CC42D8-8350-0D78-6B8D-4C394ABB60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4" name="Rectangle 10">
              <a:extLst>
                <a:ext uri="{FF2B5EF4-FFF2-40B4-BE49-F238E27FC236}">
                  <a16:creationId xmlns:a16="http://schemas.microsoft.com/office/drawing/2014/main" id="{B8F79B59-AF5E-B534-EDF0-9703EDC83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FFCFD8AD-AF0D-2EB3-C451-94DDDBAFB63B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192588"/>
            <a:ext cx="5686425" cy="534987"/>
            <a:chOff x="969" y="2965"/>
            <a:chExt cx="3582" cy="337"/>
          </a:xfrm>
        </p:grpSpPr>
        <p:graphicFrame>
          <p:nvGraphicFramePr>
            <p:cNvPr id="5125" name="Object 3">
              <a:extLst>
                <a:ext uri="{FF2B5EF4-FFF2-40B4-BE49-F238E27FC236}">
                  <a16:creationId xmlns:a16="http://schemas.microsoft.com/office/drawing/2014/main" id="{688D7EC5-2519-150D-7DDE-6A2AC5D1BA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5125" name="Object 3">
                          <a:extLst>
                            <a:ext uri="{FF2B5EF4-FFF2-40B4-BE49-F238E27FC236}">
                              <a16:creationId xmlns:a16="http://schemas.microsoft.com/office/drawing/2014/main" id="{688D7EC5-2519-150D-7DDE-6A2AC5D1BA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3" name="Rectangle 13">
              <a:extLst>
                <a:ext uri="{FF2B5EF4-FFF2-40B4-BE49-F238E27FC236}">
                  <a16:creationId xmlns:a16="http://schemas.microsoft.com/office/drawing/2014/main" id="{179D9228-3F8C-7A06-3669-4BA21FE94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id="{A15CB03A-4A4C-696D-F482-FC89A13EAFBF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192588"/>
            <a:ext cx="5686425" cy="534987"/>
            <a:chOff x="969" y="2965"/>
            <a:chExt cx="3582" cy="337"/>
          </a:xfrm>
        </p:grpSpPr>
        <p:graphicFrame>
          <p:nvGraphicFramePr>
            <p:cNvPr id="5124" name="Object 2">
              <a:extLst>
                <a:ext uri="{FF2B5EF4-FFF2-40B4-BE49-F238E27FC236}">
                  <a16:creationId xmlns:a16="http://schemas.microsoft.com/office/drawing/2014/main" id="{B87A8385-CB9F-D1A4-AE62-756607B310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5124" name="Object 2">
                          <a:extLst>
                            <a:ext uri="{FF2B5EF4-FFF2-40B4-BE49-F238E27FC236}">
                              <a16:creationId xmlns:a16="http://schemas.microsoft.com/office/drawing/2014/main" id="{B87A8385-CB9F-D1A4-AE62-756607B310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2" name="Rectangle 16">
              <a:extLst>
                <a:ext uri="{FF2B5EF4-FFF2-40B4-BE49-F238E27FC236}">
                  <a16:creationId xmlns:a16="http://schemas.microsoft.com/office/drawing/2014/main" id="{CCA91605-5F03-F255-4C7B-213EF72B0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7" name="Group 17">
            <a:extLst>
              <a:ext uri="{FF2B5EF4-FFF2-40B4-BE49-F238E27FC236}">
                <a16:creationId xmlns:a16="http://schemas.microsoft.com/office/drawing/2014/main" id="{2C70379D-AAF4-AAAD-A900-4B1335A901C3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192588"/>
            <a:ext cx="5686425" cy="534987"/>
            <a:chOff x="969" y="2965"/>
            <a:chExt cx="3582" cy="337"/>
          </a:xfrm>
        </p:grpSpPr>
        <p:graphicFrame>
          <p:nvGraphicFramePr>
            <p:cNvPr id="5123" name="Object 1">
              <a:extLst>
                <a:ext uri="{FF2B5EF4-FFF2-40B4-BE49-F238E27FC236}">
                  <a16:creationId xmlns:a16="http://schemas.microsoft.com/office/drawing/2014/main" id="{AC4A89BD-F967-8480-A743-3EB59500C3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5123" name="Object 1">
                          <a:extLst>
                            <a:ext uri="{FF2B5EF4-FFF2-40B4-BE49-F238E27FC236}">
                              <a16:creationId xmlns:a16="http://schemas.microsoft.com/office/drawing/2014/main" id="{AC4A89BD-F967-8480-A743-3EB59500C3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1" name="Rectangle 19">
              <a:extLst>
                <a:ext uri="{FF2B5EF4-FFF2-40B4-BE49-F238E27FC236}">
                  <a16:creationId xmlns:a16="http://schemas.microsoft.com/office/drawing/2014/main" id="{EB27BA71-7CCA-FED2-5ABF-452539668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8" name="Group 20">
            <a:extLst>
              <a:ext uri="{FF2B5EF4-FFF2-40B4-BE49-F238E27FC236}">
                <a16:creationId xmlns:a16="http://schemas.microsoft.com/office/drawing/2014/main" id="{84289DD2-34C6-E421-C3D0-1CD63C15A18B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192588"/>
            <a:ext cx="5686425" cy="534987"/>
            <a:chOff x="969" y="2965"/>
            <a:chExt cx="3582" cy="337"/>
          </a:xfrm>
        </p:grpSpPr>
        <p:graphicFrame>
          <p:nvGraphicFramePr>
            <p:cNvPr id="5122" name="Object 0">
              <a:extLst>
                <a:ext uri="{FF2B5EF4-FFF2-40B4-BE49-F238E27FC236}">
                  <a16:creationId xmlns:a16="http://schemas.microsoft.com/office/drawing/2014/main" id="{1C199D45-93EA-5543-BC38-E615B31843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5122" name="Object 0">
                          <a:extLst>
                            <a:ext uri="{FF2B5EF4-FFF2-40B4-BE49-F238E27FC236}">
                              <a16:creationId xmlns:a16="http://schemas.microsoft.com/office/drawing/2014/main" id="{1C199D45-93EA-5543-BC38-E615B31843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0" name="Rectangle 22">
              <a:extLst>
                <a:ext uri="{FF2B5EF4-FFF2-40B4-BE49-F238E27FC236}">
                  <a16:creationId xmlns:a16="http://schemas.microsoft.com/office/drawing/2014/main" id="{AFDBF322-C62D-5B95-2014-EEB19CB29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136" name="Rectangle 23">
            <a:extLst>
              <a:ext uri="{FF2B5EF4-FFF2-40B4-BE49-F238E27FC236}">
                <a16:creationId xmlns:a16="http://schemas.microsoft.com/office/drawing/2014/main" id="{0C108358-65AD-EFB9-37D4-4F204D277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402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Error Detection – CRC Check</a:t>
            </a:r>
          </a:p>
        </p:txBody>
      </p:sp>
      <p:sp>
        <p:nvSpPr>
          <p:cNvPr id="374808" name="AutoShape 24">
            <a:extLst>
              <a:ext uri="{FF2B5EF4-FFF2-40B4-BE49-F238E27FC236}">
                <a16:creationId xmlns:a16="http://schemas.microsoft.com/office/drawing/2014/main" id="{DDECE0C0-90A5-F1A6-51FF-1EF31F58E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1816100"/>
            <a:ext cx="2152650" cy="1703388"/>
          </a:xfrm>
          <a:prstGeom prst="cloudCallout">
            <a:avLst>
              <a:gd name="adj1" fmla="val -1917"/>
              <a:gd name="adj2" fmla="val 88208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 </a:t>
            </a:r>
          </a:p>
          <a:p>
            <a:r>
              <a:rPr lang="en-US" altLang="en-US">
                <a:solidFill>
                  <a:schemeClr val="bg1"/>
                </a:solidFill>
              </a:rPr>
              <a:t>Hello! How are  you ?</a:t>
            </a:r>
          </a:p>
          <a:p>
            <a:endParaRPr lang="en-US" altLang="en-US"/>
          </a:p>
        </p:txBody>
      </p:sp>
      <p:grpSp>
        <p:nvGrpSpPr>
          <p:cNvPr id="9" name="Group 35">
            <a:extLst>
              <a:ext uri="{FF2B5EF4-FFF2-40B4-BE49-F238E27FC236}">
                <a16:creationId xmlns:a16="http://schemas.microsoft.com/office/drawing/2014/main" id="{AFB3B7CF-C26E-C5BC-9305-A41B0FE61556}"/>
              </a:ext>
            </a:extLst>
          </p:cNvPr>
          <p:cNvGrpSpPr>
            <a:grpSpLocks/>
          </p:cNvGrpSpPr>
          <p:nvPr/>
        </p:nvGrpSpPr>
        <p:grpSpPr bwMode="auto">
          <a:xfrm>
            <a:off x="3381375" y="962025"/>
            <a:ext cx="1860550" cy="2781300"/>
            <a:chOff x="2271" y="930"/>
            <a:chExt cx="1172" cy="1752"/>
          </a:xfrm>
        </p:grpSpPr>
        <p:sp>
          <p:nvSpPr>
            <p:cNvPr id="5198" name="Rectangle 36">
              <a:extLst>
                <a:ext uri="{FF2B5EF4-FFF2-40B4-BE49-F238E27FC236}">
                  <a16:creationId xmlns:a16="http://schemas.microsoft.com/office/drawing/2014/main" id="{C8C44F7B-0AA4-5855-20B7-E42421E27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2389"/>
              <a:ext cx="1172" cy="293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200">
                  <a:solidFill>
                    <a:schemeClr val="bg1"/>
                  </a:solidFill>
                </a:rPr>
                <a:t>Packet</a:t>
              </a:r>
            </a:p>
          </p:txBody>
        </p:sp>
        <p:sp>
          <p:nvSpPr>
            <p:cNvPr id="5199" name="Rectangle 37">
              <a:extLst>
                <a:ext uri="{FF2B5EF4-FFF2-40B4-BE49-F238E27FC236}">
                  <a16:creationId xmlns:a16="http://schemas.microsoft.com/office/drawing/2014/main" id="{2D092591-0152-A15F-44EE-EF65698EF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930"/>
              <a:ext cx="77" cy="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4822" name="Rectangle 38">
            <a:extLst>
              <a:ext uri="{FF2B5EF4-FFF2-40B4-BE49-F238E27FC236}">
                <a16:creationId xmlns:a16="http://schemas.microsoft.com/office/drawing/2014/main" id="{659110CE-E42A-5523-96A1-C6E2222D0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1354138"/>
            <a:ext cx="1865312" cy="471487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Packet</a:t>
            </a:r>
          </a:p>
        </p:txBody>
      </p:sp>
      <p:grpSp>
        <p:nvGrpSpPr>
          <p:cNvPr id="10" name="Group 39">
            <a:extLst>
              <a:ext uri="{FF2B5EF4-FFF2-40B4-BE49-F238E27FC236}">
                <a16:creationId xmlns:a16="http://schemas.microsoft.com/office/drawing/2014/main" id="{DB1FCB9C-85D3-7A02-634E-8AEB54DC4657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2811463"/>
            <a:ext cx="2155825" cy="938212"/>
            <a:chOff x="2302" y="1633"/>
            <a:chExt cx="1358" cy="591"/>
          </a:xfrm>
        </p:grpSpPr>
        <p:sp>
          <p:nvSpPr>
            <p:cNvPr id="5195" name="AutoShape 40">
              <a:extLst>
                <a:ext uri="{FF2B5EF4-FFF2-40B4-BE49-F238E27FC236}">
                  <a16:creationId xmlns:a16="http://schemas.microsoft.com/office/drawing/2014/main" id="{F8393CA7-B4A7-FB6E-D571-4B907F403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1931"/>
              <a:ext cx="1358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96" name="AutoShape 41">
              <a:extLst>
                <a:ext uri="{FF2B5EF4-FFF2-40B4-BE49-F238E27FC236}">
                  <a16:creationId xmlns:a16="http://schemas.microsoft.com/office/drawing/2014/main" id="{E520D8B4-24AC-F657-6BC1-FCA9998791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3017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97" name="AutoShape 42">
              <a:extLst>
                <a:ext uri="{FF2B5EF4-FFF2-40B4-BE49-F238E27FC236}">
                  <a16:creationId xmlns:a16="http://schemas.microsoft.com/office/drawing/2014/main" id="{5855FD41-C94A-7614-7D8B-9A89C6308A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54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1" name="Group 43">
            <a:extLst>
              <a:ext uri="{FF2B5EF4-FFF2-40B4-BE49-F238E27FC236}">
                <a16:creationId xmlns:a16="http://schemas.microsoft.com/office/drawing/2014/main" id="{BD45068A-8BEE-8FF9-9698-D844B673FA27}"/>
              </a:ext>
            </a:extLst>
          </p:cNvPr>
          <p:cNvGrpSpPr>
            <a:grpSpLocks/>
          </p:cNvGrpSpPr>
          <p:nvPr/>
        </p:nvGrpSpPr>
        <p:grpSpPr bwMode="auto">
          <a:xfrm>
            <a:off x="3098800" y="2276475"/>
            <a:ext cx="2414588" cy="995363"/>
            <a:chOff x="1941" y="1758"/>
            <a:chExt cx="1521" cy="627"/>
          </a:xfrm>
        </p:grpSpPr>
        <p:sp>
          <p:nvSpPr>
            <p:cNvPr id="5193" name="AutoShape 44">
              <a:extLst>
                <a:ext uri="{FF2B5EF4-FFF2-40B4-BE49-F238E27FC236}">
                  <a16:creationId xmlns:a16="http://schemas.microsoft.com/office/drawing/2014/main" id="{CCFA3C16-0450-86F9-9289-807EB690E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1758"/>
              <a:ext cx="1521" cy="328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94" name="AutoShape 45">
              <a:extLst>
                <a:ext uri="{FF2B5EF4-FFF2-40B4-BE49-F238E27FC236}">
                  <a16:creationId xmlns:a16="http://schemas.microsoft.com/office/drawing/2014/main" id="{252675E6-8721-4402-3072-5130BB53FC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49" y="2092"/>
              <a:ext cx="1316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4830" name="Rectangle 46">
            <a:extLst>
              <a:ext uri="{FF2B5EF4-FFF2-40B4-BE49-F238E27FC236}">
                <a16:creationId xmlns:a16="http://schemas.microsoft.com/office/drawing/2014/main" id="{5E441811-EA0A-445E-1383-467B586FF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2784475"/>
            <a:ext cx="2135188" cy="9683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Source MAC 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00-20-18-C0-07-71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Destination MAC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00-20-18-C0-07-72</a:t>
            </a:r>
          </a:p>
        </p:txBody>
      </p:sp>
      <p:sp>
        <p:nvSpPr>
          <p:cNvPr id="374882" name="Text Box 98">
            <a:extLst>
              <a:ext uri="{FF2B5EF4-FFF2-40B4-BE49-F238E27FC236}">
                <a16:creationId xmlns:a16="http://schemas.microsoft.com/office/drawing/2014/main" id="{981B0BD5-D85F-D7BC-26A9-C6F338920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00000</a:t>
            </a:r>
          </a:p>
        </p:txBody>
      </p:sp>
      <p:sp>
        <p:nvSpPr>
          <p:cNvPr id="374883" name="Text Box 99">
            <a:extLst>
              <a:ext uri="{FF2B5EF4-FFF2-40B4-BE49-F238E27FC236}">
                <a16:creationId xmlns:a16="http://schemas.microsoft.com/office/drawing/2014/main" id="{BA6590CD-9876-9056-2428-1C51F0C34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32434</a:t>
            </a:r>
          </a:p>
        </p:txBody>
      </p:sp>
      <p:sp>
        <p:nvSpPr>
          <p:cNvPr id="374884" name="Text Box 100">
            <a:extLst>
              <a:ext uri="{FF2B5EF4-FFF2-40B4-BE49-F238E27FC236}">
                <a16:creationId xmlns:a16="http://schemas.microsoft.com/office/drawing/2014/main" id="{D0296A40-AF9C-7DB2-3D6D-F88669395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22222</a:t>
            </a:r>
          </a:p>
        </p:txBody>
      </p:sp>
      <p:sp>
        <p:nvSpPr>
          <p:cNvPr id="374885" name="Text Box 101">
            <a:extLst>
              <a:ext uri="{FF2B5EF4-FFF2-40B4-BE49-F238E27FC236}">
                <a16:creationId xmlns:a16="http://schemas.microsoft.com/office/drawing/2014/main" id="{D4F6E1AE-F7E7-FA09-C626-B0D7B0529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89696</a:t>
            </a:r>
          </a:p>
        </p:txBody>
      </p:sp>
      <p:sp>
        <p:nvSpPr>
          <p:cNvPr id="374886" name="Text Box 102">
            <a:extLst>
              <a:ext uri="{FF2B5EF4-FFF2-40B4-BE49-F238E27FC236}">
                <a16:creationId xmlns:a16="http://schemas.microsoft.com/office/drawing/2014/main" id="{CFD575D3-6D84-14A3-8BB4-91A41BC0A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55434</a:t>
            </a:r>
          </a:p>
        </p:txBody>
      </p:sp>
      <p:sp>
        <p:nvSpPr>
          <p:cNvPr id="374887" name="Text Box 103">
            <a:extLst>
              <a:ext uri="{FF2B5EF4-FFF2-40B4-BE49-F238E27FC236}">
                <a16:creationId xmlns:a16="http://schemas.microsoft.com/office/drawing/2014/main" id="{CB55968F-3F6B-001E-6E9C-BBFF58EF5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99323</a:t>
            </a:r>
          </a:p>
        </p:txBody>
      </p:sp>
      <p:sp>
        <p:nvSpPr>
          <p:cNvPr id="374888" name="Text Box 104">
            <a:extLst>
              <a:ext uri="{FF2B5EF4-FFF2-40B4-BE49-F238E27FC236}">
                <a16:creationId xmlns:a16="http://schemas.microsoft.com/office/drawing/2014/main" id="{DC31DFB0-90F0-C041-DF84-7C0EC4134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43434</a:t>
            </a:r>
          </a:p>
        </p:txBody>
      </p:sp>
      <p:sp>
        <p:nvSpPr>
          <p:cNvPr id="374889" name="Text Box 105">
            <a:extLst>
              <a:ext uri="{FF2B5EF4-FFF2-40B4-BE49-F238E27FC236}">
                <a16:creationId xmlns:a16="http://schemas.microsoft.com/office/drawing/2014/main" id="{4750E2CD-AA36-1FE2-68EC-9A22E5D47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99434</a:t>
            </a:r>
          </a:p>
        </p:txBody>
      </p:sp>
      <p:sp>
        <p:nvSpPr>
          <p:cNvPr id="374890" name="Text Box 106">
            <a:extLst>
              <a:ext uri="{FF2B5EF4-FFF2-40B4-BE49-F238E27FC236}">
                <a16:creationId xmlns:a16="http://schemas.microsoft.com/office/drawing/2014/main" id="{25390F44-B936-F1F3-5280-5D9871455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46323</a:t>
            </a:r>
          </a:p>
        </p:txBody>
      </p:sp>
      <p:sp>
        <p:nvSpPr>
          <p:cNvPr id="374891" name="Text Box 107">
            <a:extLst>
              <a:ext uri="{FF2B5EF4-FFF2-40B4-BE49-F238E27FC236}">
                <a16:creationId xmlns:a16="http://schemas.microsoft.com/office/drawing/2014/main" id="{5327D99F-94DF-3993-4515-1AF7C7CBD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11114</a:t>
            </a:r>
          </a:p>
        </p:txBody>
      </p:sp>
      <p:sp>
        <p:nvSpPr>
          <p:cNvPr id="374892" name="Text Box 108">
            <a:extLst>
              <a:ext uri="{FF2B5EF4-FFF2-40B4-BE49-F238E27FC236}">
                <a16:creationId xmlns:a16="http://schemas.microsoft.com/office/drawing/2014/main" id="{8E8A91A1-0ED8-D61E-B2FC-50B5FD9F2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33333</a:t>
            </a:r>
          </a:p>
        </p:txBody>
      </p:sp>
      <p:sp>
        <p:nvSpPr>
          <p:cNvPr id="374831" name="Rectangle 47">
            <a:extLst>
              <a:ext uri="{FF2B5EF4-FFF2-40B4-BE49-F238E27FC236}">
                <a16:creationId xmlns:a16="http://schemas.microsoft.com/office/drawing/2014/main" id="{11DB44A9-19DF-2094-D23C-58F1FF638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2605088"/>
            <a:ext cx="2905125" cy="136366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4894" name="Text Box 110">
            <a:extLst>
              <a:ext uri="{FF2B5EF4-FFF2-40B4-BE49-F238E27FC236}">
                <a16:creationId xmlns:a16="http://schemas.microsoft.com/office/drawing/2014/main" id="{814A4972-7875-A759-597A-1AB7970D8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00000</a:t>
            </a:r>
          </a:p>
        </p:txBody>
      </p:sp>
      <p:sp>
        <p:nvSpPr>
          <p:cNvPr id="374895" name="Text Box 111">
            <a:extLst>
              <a:ext uri="{FF2B5EF4-FFF2-40B4-BE49-F238E27FC236}">
                <a16:creationId xmlns:a16="http://schemas.microsoft.com/office/drawing/2014/main" id="{97E5BC61-EB4E-1DD4-FC89-78C9CC3B7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32434</a:t>
            </a:r>
          </a:p>
        </p:txBody>
      </p:sp>
      <p:sp>
        <p:nvSpPr>
          <p:cNvPr id="374896" name="Text Box 112">
            <a:extLst>
              <a:ext uri="{FF2B5EF4-FFF2-40B4-BE49-F238E27FC236}">
                <a16:creationId xmlns:a16="http://schemas.microsoft.com/office/drawing/2014/main" id="{840A04ED-7C46-E69E-848B-4BD4596E1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22222</a:t>
            </a:r>
          </a:p>
        </p:txBody>
      </p:sp>
      <p:sp>
        <p:nvSpPr>
          <p:cNvPr id="374897" name="Text Box 113">
            <a:extLst>
              <a:ext uri="{FF2B5EF4-FFF2-40B4-BE49-F238E27FC236}">
                <a16:creationId xmlns:a16="http://schemas.microsoft.com/office/drawing/2014/main" id="{ABDEA1AF-9A72-95BF-D2A9-56A8BC64A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89696</a:t>
            </a:r>
          </a:p>
        </p:txBody>
      </p:sp>
      <p:sp>
        <p:nvSpPr>
          <p:cNvPr id="374898" name="Text Box 114">
            <a:extLst>
              <a:ext uri="{FF2B5EF4-FFF2-40B4-BE49-F238E27FC236}">
                <a16:creationId xmlns:a16="http://schemas.microsoft.com/office/drawing/2014/main" id="{720A0655-0B27-BCA6-E5ED-5AC3B2FF8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55434</a:t>
            </a:r>
          </a:p>
        </p:txBody>
      </p:sp>
      <p:sp>
        <p:nvSpPr>
          <p:cNvPr id="374899" name="Text Box 115">
            <a:extLst>
              <a:ext uri="{FF2B5EF4-FFF2-40B4-BE49-F238E27FC236}">
                <a16:creationId xmlns:a16="http://schemas.microsoft.com/office/drawing/2014/main" id="{74F2F110-702A-9F6C-374C-62EB0CA40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99323</a:t>
            </a:r>
          </a:p>
        </p:txBody>
      </p:sp>
      <p:sp>
        <p:nvSpPr>
          <p:cNvPr id="374900" name="Text Box 116">
            <a:extLst>
              <a:ext uri="{FF2B5EF4-FFF2-40B4-BE49-F238E27FC236}">
                <a16:creationId xmlns:a16="http://schemas.microsoft.com/office/drawing/2014/main" id="{6850124B-6FB7-C597-0CD7-8F31ECB9C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43434</a:t>
            </a:r>
          </a:p>
        </p:txBody>
      </p:sp>
      <p:sp>
        <p:nvSpPr>
          <p:cNvPr id="374901" name="Text Box 117">
            <a:extLst>
              <a:ext uri="{FF2B5EF4-FFF2-40B4-BE49-F238E27FC236}">
                <a16:creationId xmlns:a16="http://schemas.microsoft.com/office/drawing/2014/main" id="{0F896E00-3F4A-3309-2A3B-417EFA438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99434</a:t>
            </a:r>
          </a:p>
        </p:txBody>
      </p:sp>
      <p:sp>
        <p:nvSpPr>
          <p:cNvPr id="374902" name="Text Box 118">
            <a:extLst>
              <a:ext uri="{FF2B5EF4-FFF2-40B4-BE49-F238E27FC236}">
                <a16:creationId xmlns:a16="http://schemas.microsoft.com/office/drawing/2014/main" id="{0803A25E-4D21-D1F4-93D5-91E53A8F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46323</a:t>
            </a:r>
          </a:p>
        </p:txBody>
      </p:sp>
      <p:sp>
        <p:nvSpPr>
          <p:cNvPr id="374903" name="Text Box 119">
            <a:extLst>
              <a:ext uri="{FF2B5EF4-FFF2-40B4-BE49-F238E27FC236}">
                <a16:creationId xmlns:a16="http://schemas.microsoft.com/office/drawing/2014/main" id="{788B03F3-DB41-151E-0EC2-FB4B712D0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11114</a:t>
            </a:r>
          </a:p>
        </p:txBody>
      </p:sp>
      <p:sp>
        <p:nvSpPr>
          <p:cNvPr id="374904" name="Text Box 120">
            <a:extLst>
              <a:ext uri="{FF2B5EF4-FFF2-40B4-BE49-F238E27FC236}">
                <a16:creationId xmlns:a16="http://schemas.microsoft.com/office/drawing/2014/main" id="{967E1277-EA96-1D61-CF9A-61D57E58A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784475"/>
            <a:ext cx="2138363" cy="950913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Error Detected</a:t>
            </a:r>
          </a:p>
        </p:txBody>
      </p:sp>
      <p:grpSp>
        <p:nvGrpSpPr>
          <p:cNvPr id="12" name="Group 25">
            <a:extLst>
              <a:ext uri="{FF2B5EF4-FFF2-40B4-BE49-F238E27FC236}">
                <a16:creationId xmlns:a16="http://schemas.microsoft.com/office/drawing/2014/main" id="{BBDB3087-971A-C629-1BE1-E8AAF5E5B733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100513"/>
            <a:ext cx="7072313" cy="1906587"/>
            <a:chOff x="480" y="2984"/>
            <a:chExt cx="4455" cy="1201"/>
          </a:xfrm>
        </p:grpSpPr>
        <p:sp>
          <p:nvSpPr>
            <p:cNvPr id="5184" name="Text Box 26">
              <a:extLst>
                <a:ext uri="{FF2B5EF4-FFF2-40B4-BE49-F238E27FC236}">
                  <a16:creationId xmlns:a16="http://schemas.microsoft.com/office/drawing/2014/main" id="{7A572028-81A4-91CE-42AE-8BABD3129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839"/>
              <a:ext cx="142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500"/>
                <a:t>192.168.1.1</a:t>
              </a:r>
            </a:p>
            <a:p>
              <a:r>
                <a:rPr lang="en-US" altLang="en-US" sz="1500"/>
                <a:t>00-20-18-C0-07-71</a:t>
              </a:r>
            </a:p>
          </p:txBody>
        </p:sp>
        <p:sp>
          <p:nvSpPr>
            <p:cNvPr id="5185" name="Text Box 27">
              <a:extLst>
                <a:ext uri="{FF2B5EF4-FFF2-40B4-BE49-F238E27FC236}">
                  <a16:creationId xmlns:a16="http://schemas.microsoft.com/office/drawing/2014/main" id="{F13D8A41-5F9C-E173-6CF1-3F154F658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7" y="3839"/>
              <a:ext cx="142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500"/>
                <a:t>192.168.1.2</a:t>
              </a:r>
            </a:p>
            <a:p>
              <a:r>
                <a:rPr lang="en-US" altLang="en-US" sz="1500"/>
                <a:t>00-20-18-C0-07-72</a:t>
              </a:r>
            </a:p>
          </p:txBody>
        </p:sp>
        <p:grpSp>
          <p:nvGrpSpPr>
            <p:cNvPr id="5186" name="Group 28">
              <a:extLst>
                <a:ext uri="{FF2B5EF4-FFF2-40B4-BE49-F238E27FC236}">
                  <a16:creationId xmlns:a16="http://schemas.microsoft.com/office/drawing/2014/main" id="{5BAACF0F-83BF-0A70-FF43-B1EF92F298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grpSp>
            <p:nvGrpSpPr>
              <p:cNvPr id="5187" name="Group 29">
                <a:extLst>
                  <a:ext uri="{FF2B5EF4-FFF2-40B4-BE49-F238E27FC236}">
                    <a16:creationId xmlns:a16="http://schemas.microsoft.com/office/drawing/2014/main" id="{31E5DB60-8CEF-0225-DBD1-EEF24A0CC6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6" y="2984"/>
                <a:ext cx="3855" cy="759"/>
                <a:chOff x="846" y="2984"/>
                <a:chExt cx="3855" cy="759"/>
              </a:xfrm>
            </p:grpSpPr>
            <p:pic>
              <p:nvPicPr>
                <p:cNvPr id="5190" name="Picture 30">
                  <a:extLst>
                    <a:ext uri="{FF2B5EF4-FFF2-40B4-BE49-F238E27FC236}">
                      <a16:creationId xmlns:a16="http://schemas.microsoft.com/office/drawing/2014/main" id="{43FCA2A9-0540-D97E-05F4-E97CE60BAAF0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191" name="Picture 31">
                  <a:extLst>
                    <a:ext uri="{FF2B5EF4-FFF2-40B4-BE49-F238E27FC236}">
                      <a16:creationId xmlns:a16="http://schemas.microsoft.com/office/drawing/2014/main" id="{777B2C2C-789D-3237-CE4E-A8EFCFE44DC3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2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5192" name="AutoShape 32">
                  <a:extLst>
                    <a:ext uri="{FF2B5EF4-FFF2-40B4-BE49-F238E27FC236}">
                      <a16:creationId xmlns:a16="http://schemas.microsoft.com/office/drawing/2014/main" id="{C8D58D78-E6E4-FD03-E386-A5939B6258E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685" y="3364"/>
                  <a:ext cx="2177" cy="0"/>
                </a:xfrm>
                <a:prstGeom prst="straightConnector1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188" name="Text Box 33">
                <a:extLst>
                  <a:ext uri="{FF2B5EF4-FFF2-40B4-BE49-F238E27FC236}">
                    <a16:creationId xmlns:a16="http://schemas.microsoft.com/office/drawing/2014/main" id="{CA963FF3-B5BE-060B-4DC7-A7524D5720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7" y="3091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2400">
                    <a:solidFill>
                      <a:srgbClr val="FF6600"/>
                    </a:solidFill>
                  </a:rPr>
                  <a:t>A</a:t>
                </a:r>
              </a:p>
            </p:txBody>
          </p:sp>
          <p:sp>
            <p:nvSpPr>
              <p:cNvPr id="5189" name="Text Box 34">
                <a:extLst>
                  <a:ext uri="{FF2B5EF4-FFF2-40B4-BE49-F238E27FC236}">
                    <a16:creationId xmlns:a16="http://schemas.microsoft.com/office/drawing/2014/main" id="{27C53375-E3D9-2C7B-F6FB-7F0797A418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4" y="3091"/>
                <a:ext cx="26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2400">
                    <a:solidFill>
                      <a:srgbClr val="FF6600"/>
                    </a:solidFill>
                  </a:rPr>
                  <a:t>B</a:t>
                </a:r>
              </a:p>
            </p:txBody>
          </p:sp>
        </p:grpSp>
      </p:grpSp>
      <p:sp>
        <p:nvSpPr>
          <p:cNvPr id="374910" name="Rectangle 126">
            <a:extLst>
              <a:ext uri="{FF2B5EF4-FFF2-40B4-BE49-F238E27FC236}">
                <a16:creationId xmlns:a16="http://schemas.microsoft.com/office/drawing/2014/main" id="{8FD1DE03-686A-99E3-5CEE-5ADF674B6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25" y="2587625"/>
            <a:ext cx="2940050" cy="14874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4912" name="AutoShape 128">
            <a:extLst>
              <a:ext uri="{FF2B5EF4-FFF2-40B4-BE49-F238E27FC236}">
                <a16:creationId xmlns:a16="http://schemas.microsoft.com/office/drawing/2014/main" id="{76EC8696-154A-33F1-44A6-F732375A1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388" y="1296988"/>
            <a:ext cx="4976812" cy="32258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 sz="2500">
                <a:solidFill>
                  <a:schemeClr val="folHlink"/>
                </a:solidFill>
              </a:rPr>
              <a:t>PC-A 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 sz="2500">
                <a:solidFill>
                  <a:srgbClr val="6600FF"/>
                </a:solidFill>
              </a:rPr>
              <a:t>CRC No. 33333 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 sz="2500">
                <a:solidFill>
                  <a:schemeClr val="folHlink"/>
                </a:solidFill>
              </a:rPr>
              <a:t>PC-B 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 sz="2500">
                <a:solidFill>
                  <a:srgbClr val="6600FF"/>
                </a:solidFill>
              </a:rPr>
              <a:t>CRC No. 11114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 sz="2500">
                <a:solidFill>
                  <a:schemeClr val="folHlink"/>
                </a:solidFill>
              </a:rPr>
              <a:t>Error Detected</a:t>
            </a:r>
            <a:r>
              <a:rPr lang="en-US" altLang="ja-JP">
                <a:solidFill>
                  <a:schemeClr val="folHlink"/>
                </a:solidFill>
              </a:rPr>
              <a:t> 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>
                <a:solidFill>
                  <a:srgbClr val="6600FF"/>
                </a:solidFill>
              </a:rPr>
              <a:t>For Error Correction 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>
                <a:solidFill>
                  <a:srgbClr val="6600FF"/>
                </a:solidFill>
              </a:rPr>
              <a:t>Contact Source Transport layer</a:t>
            </a:r>
          </a:p>
        </p:txBody>
      </p:sp>
      <p:sp>
        <p:nvSpPr>
          <p:cNvPr id="5169" name="Date Placeholder 3">
            <a:extLst>
              <a:ext uri="{FF2B5EF4-FFF2-40B4-BE49-F238E27FC236}">
                <a16:creationId xmlns:a16="http://schemas.microsoft.com/office/drawing/2014/main" id="{FDCD273B-23A0-8359-274A-935FECBE582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BC6ADBA-43BB-4A3D-8262-E5770053BBD4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70" name="Footer Placeholder 4">
            <a:extLst>
              <a:ext uri="{FF2B5EF4-FFF2-40B4-BE49-F238E27FC236}">
                <a16:creationId xmlns:a16="http://schemas.microsoft.com/office/drawing/2014/main" id="{58B0156F-571F-3F1B-30BA-49323D18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171" name="Slide Number Placeholder 5">
            <a:extLst>
              <a:ext uri="{FF2B5EF4-FFF2-40B4-BE49-F238E27FC236}">
                <a16:creationId xmlns:a16="http://schemas.microsoft.com/office/drawing/2014/main" id="{B0AF8E6C-967A-E239-0AF3-08736D6D0EEB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9CCD75D7-1C95-47D7-8521-16E47B8F8925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26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Trapezoid 78">
            <a:extLst>
              <a:ext uri="{FF2B5EF4-FFF2-40B4-BE49-F238E27FC236}">
                <a16:creationId xmlns:a16="http://schemas.microsoft.com/office/drawing/2014/main" id="{BD3CA957-9771-B211-E103-29E5AEBBB28E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0" name="Trapezoid 79">
            <a:extLst>
              <a:ext uri="{FF2B5EF4-FFF2-40B4-BE49-F238E27FC236}">
                <a16:creationId xmlns:a16="http://schemas.microsoft.com/office/drawing/2014/main" id="{77155EFF-45DF-95B0-BCE4-AD13D56EA7C5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1" name="Trapezoid 80">
            <a:extLst>
              <a:ext uri="{FF2B5EF4-FFF2-40B4-BE49-F238E27FC236}">
                <a16:creationId xmlns:a16="http://schemas.microsoft.com/office/drawing/2014/main" id="{CE29D457-B0B4-0E51-CFDC-8CD499F83B74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2" name="Trapezoid 81">
            <a:extLst>
              <a:ext uri="{FF2B5EF4-FFF2-40B4-BE49-F238E27FC236}">
                <a16:creationId xmlns:a16="http://schemas.microsoft.com/office/drawing/2014/main" id="{70EE51D6-BEA4-5002-2F04-196FB202822F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4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0"/>
                                            </p:cond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4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7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7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7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7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7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4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74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7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7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7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2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6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0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4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8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37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7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7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7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7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37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7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7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7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37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7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74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74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808" grpId="0" animBg="1" autoUpdateAnimBg="0"/>
      <p:bldP spid="374822" grpId="0" animBg="1" autoUpdateAnimBg="0"/>
      <p:bldP spid="374830" grpId="0" animBg="1" autoUpdateAnimBg="0"/>
      <p:bldP spid="374882" grpId="0" animBg="1" autoUpdateAnimBg="0"/>
      <p:bldP spid="374883" grpId="0" animBg="1" autoUpdateAnimBg="0"/>
      <p:bldP spid="374884" grpId="0" animBg="1" autoUpdateAnimBg="0"/>
      <p:bldP spid="374885" grpId="0" animBg="1" autoUpdateAnimBg="0"/>
      <p:bldP spid="374886" grpId="0" animBg="1" autoUpdateAnimBg="0"/>
      <p:bldP spid="374887" grpId="0" animBg="1" autoUpdateAnimBg="0"/>
      <p:bldP spid="374888" grpId="0" animBg="1" autoUpdateAnimBg="0"/>
      <p:bldP spid="374889" grpId="0" animBg="1" autoUpdateAnimBg="0"/>
      <p:bldP spid="374890" grpId="0" animBg="1" autoUpdateAnimBg="0"/>
      <p:bldP spid="374891" grpId="0" animBg="1" autoUpdateAnimBg="0"/>
      <p:bldP spid="374892" grpId="0" animBg="1" autoUpdateAnimBg="0"/>
      <p:bldP spid="374831" grpId="0" animBg="1"/>
      <p:bldP spid="374894" grpId="0" animBg="1" autoUpdateAnimBg="0"/>
      <p:bldP spid="374895" grpId="0" animBg="1" autoUpdateAnimBg="0"/>
      <p:bldP spid="374896" grpId="0" animBg="1" autoUpdateAnimBg="0"/>
      <p:bldP spid="374897" grpId="0" animBg="1" autoUpdateAnimBg="0"/>
      <p:bldP spid="374898" grpId="0" animBg="1" autoUpdateAnimBg="0"/>
      <p:bldP spid="374899" grpId="0" animBg="1" autoUpdateAnimBg="0"/>
      <p:bldP spid="374900" grpId="0" animBg="1" autoUpdateAnimBg="0"/>
      <p:bldP spid="374901" grpId="0" animBg="1" autoUpdateAnimBg="0"/>
      <p:bldP spid="374902" grpId="0" animBg="1" autoUpdateAnimBg="0"/>
      <p:bldP spid="374903" grpId="0" animBg="1" autoUpdateAnimBg="0"/>
      <p:bldP spid="374904" grpId="0" animBg="1" autoUpdateAnimBg="0"/>
      <p:bldP spid="374910" grpId="0" animBg="1"/>
      <p:bldP spid="374912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 Placeholder 3">
            <a:extLst>
              <a:ext uri="{FF2B5EF4-FFF2-40B4-BE49-F238E27FC236}">
                <a16:creationId xmlns:a16="http://schemas.microsoft.com/office/drawing/2014/main" id="{9D6FA5BE-B969-EE7F-FE24-935D553F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0D11F59-A5FE-4FAD-81F4-CFCA7ED87844}" type="slidenum">
              <a:rPr lang="en-US" altLang="en-US" sz="1200">
                <a:solidFill>
                  <a:srgbClr val="898989"/>
                </a:solidFill>
              </a:rPr>
              <a:pPr/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9BBEC02-E309-0152-C760-98B68B8F2808}"/>
              </a:ext>
            </a:extLst>
          </p:cNvPr>
          <p:cNvGrpSpPr>
            <a:grpSpLocks/>
          </p:cNvGrpSpPr>
          <p:nvPr/>
        </p:nvGrpSpPr>
        <p:grpSpPr bwMode="auto">
          <a:xfrm>
            <a:off x="3233738" y="2416175"/>
            <a:ext cx="2155825" cy="1409700"/>
            <a:chOff x="2037" y="1798"/>
            <a:chExt cx="1358" cy="888"/>
          </a:xfrm>
        </p:grpSpPr>
        <p:sp>
          <p:nvSpPr>
            <p:cNvPr id="6246" name="AutoShape 3">
              <a:extLst>
                <a:ext uri="{FF2B5EF4-FFF2-40B4-BE49-F238E27FC236}">
                  <a16:creationId xmlns:a16="http://schemas.microsoft.com/office/drawing/2014/main" id="{32440F31-9821-F765-F399-455FA9D6509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52" y="2097"/>
              <a:ext cx="1328" cy="29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47" name="AutoShape 4">
              <a:extLst>
                <a:ext uri="{FF2B5EF4-FFF2-40B4-BE49-F238E27FC236}">
                  <a16:creationId xmlns:a16="http://schemas.microsoft.com/office/drawing/2014/main" id="{CA7F93D2-B1C3-78E8-A240-5F2063BAB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798"/>
              <a:ext cx="1316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48" name="AutoShape 5">
              <a:extLst>
                <a:ext uri="{FF2B5EF4-FFF2-40B4-BE49-F238E27FC236}">
                  <a16:creationId xmlns:a16="http://schemas.microsoft.com/office/drawing/2014/main" id="{D5F0C9F1-2DE1-B91B-B624-B3241B4E2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2393"/>
              <a:ext cx="1358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49" name="AutoShape 6">
              <a:extLst>
                <a:ext uri="{FF2B5EF4-FFF2-40B4-BE49-F238E27FC236}">
                  <a16:creationId xmlns:a16="http://schemas.microsoft.com/office/drawing/2014/main" id="{DE31DB1F-0ACA-1785-CF6E-CD4BC26D30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2752" y="2049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50" name="AutoShape 7">
              <a:extLst>
                <a:ext uri="{FF2B5EF4-FFF2-40B4-BE49-F238E27FC236}">
                  <a16:creationId xmlns:a16="http://schemas.microsoft.com/office/drawing/2014/main" id="{24F1A39F-063F-25D7-B544-D0FE1B45F6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89" y="2049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2FCFEA94-ED1F-AA94-6AC1-EFB0EB55CA26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268788"/>
            <a:ext cx="5686425" cy="534987"/>
            <a:chOff x="969" y="2965"/>
            <a:chExt cx="3582" cy="337"/>
          </a:xfrm>
        </p:grpSpPr>
        <p:graphicFrame>
          <p:nvGraphicFramePr>
            <p:cNvPr id="6150" name="Object 4">
              <a:extLst>
                <a:ext uri="{FF2B5EF4-FFF2-40B4-BE49-F238E27FC236}">
                  <a16:creationId xmlns:a16="http://schemas.microsoft.com/office/drawing/2014/main" id="{996E2F32-FEE4-6BDD-86FC-09D9932C14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6150" name="Object 4">
                          <a:extLst>
                            <a:ext uri="{FF2B5EF4-FFF2-40B4-BE49-F238E27FC236}">
                              <a16:creationId xmlns:a16="http://schemas.microsoft.com/office/drawing/2014/main" id="{996E2F32-FEE4-6BDD-86FC-09D9932C14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5" name="Rectangle 10">
              <a:extLst>
                <a:ext uri="{FF2B5EF4-FFF2-40B4-BE49-F238E27FC236}">
                  <a16:creationId xmlns:a16="http://schemas.microsoft.com/office/drawing/2014/main" id="{B829A218-4BD6-E6F0-566F-EA97BB20F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709633B8-320D-A6B5-D4AD-907DD1B41230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268788"/>
            <a:ext cx="5686425" cy="534987"/>
            <a:chOff x="969" y="2965"/>
            <a:chExt cx="3582" cy="337"/>
          </a:xfrm>
        </p:grpSpPr>
        <p:graphicFrame>
          <p:nvGraphicFramePr>
            <p:cNvPr id="6149" name="Object 3">
              <a:extLst>
                <a:ext uri="{FF2B5EF4-FFF2-40B4-BE49-F238E27FC236}">
                  <a16:creationId xmlns:a16="http://schemas.microsoft.com/office/drawing/2014/main" id="{5F07E0FB-3911-B31B-D86E-3BF0108221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6149" name="Object 3">
                          <a:extLst>
                            <a:ext uri="{FF2B5EF4-FFF2-40B4-BE49-F238E27FC236}">
                              <a16:creationId xmlns:a16="http://schemas.microsoft.com/office/drawing/2014/main" id="{5F07E0FB-3911-B31B-D86E-3BF0108221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4" name="Rectangle 13">
              <a:extLst>
                <a:ext uri="{FF2B5EF4-FFF2-40B4-BE49-F238E27FC236}">
                  <a16:creationId xmlns:a16="http://schemas.microsoft.com/office/drawing/2014/main" id="{A76DF8D6-A984-B8ED-6103-CC308B5DC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AE1B4E89-2C87-C1EE-B0D1-0465E97D1375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268788"/>
            <a:ext cx="5686425" cy="534987"/>
            <a:chOff x="969" y="2965"/>
            <a:chExt cx="3582" cy="337"/>
          </a:xfrm>
        </p:grpSpPr>
        <p:graphicFrame>
          <p:nvGraphicFramePr>
            <p:cNvPr id="6148" name="Object 2">
              <a:extLst>
                <a:ext uri="{FF2B5EF4-FFF2-40B4-BE49-F238E27FC236}">
                  <a16:creationId xmlns:a16="http://schemas.microsoft.com/office/drawing/2014/main" id="{DFD504B5-F8E3-B3D7-E8ED-4F1F727595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6148" name="Object 2">
                          <a:extLst>
                            <a:ext uri="{FF2B5EF4-FFF2-40B4-BE49-F238E27FC236}">
                              <a16:creationId xmlns:a16="http://schemas.microsoft.com/office/drawing/2014/main" id="{DFD504B5-F8E3-B3D7-E8ED-4F1F727595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3" name="Rectangle 16">
              <a:extLst>
                <a:ext uri="{FF2B5EF4-FFF2-40B4-BE49-F238E27FC236}">
                  <a16:creationId xmlns:a16="http://schemas.microsoft.com/office/drawing/2014/main" id="{2C50EB97-FA42-493D-C419-2E41C10A6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6" name="Group 17">
            <a:extLst>
              <a:ext uri="{FF2B5EF4-FFF2-40B4-BE49-F238E27FC236}">
                <a16:creationId xmlns:a16="http://schemas.microsoft.com/office/drawing/2014/main" id="{A6E9AB71-954A-E73A-37D1-B145F4074826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268788"/>
            <a:ext cx="5686425" cy="534987"/>
            <a:chOff x="969" y="2965"/>
            <a:chExt cx="3582" cy="337"/>
          </a:xfrm>
        </p:grpSpPr>
        <p:graphicFrame>
          <p:nvGraphicFramePr>
            <p:cNvPr id="6147" name="Object 1">
              <a:extLst>
                <a:ext uri="{FF2B5EF4-FFF2-40B4-BE49-F238E27FC236}">
                  <a16:creationId xmlns:a16="http://schemas.microsoft.com/office/drawing/2014/main" id="{9CF5F4A2-AA3E-DA5A-E529-76A4164284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6147" name="Object 1">
                          <a:extLst>
                            <a:ext uri="{FF2B5EF4-FFF2-40B4-BE49-F238E27FC236}">
                              <a16:creationId xmlns:a16="http://schemas.microsoft.com/office/drawing/2014/main" id="{9CF5F4A2-AA3E-DA5A-E529-76A4164284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2" name="Rectangle 19">
              <a:extLst>
                <a:ext uri="{FF2B5EF4-FFF2-40B4-BE49-F238E27FC236}">
                  <a16:creationId xmlns:a16="http://schemas.microsoft.com/office/drawing/2014/main" id="{5BC25C11-D374-339B-CD01-1F405BF00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78138CB4-AC14-018E-A7A1-9B47C79CC7BA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268788"/>
            <a:ext cx="5686425" cy="534987"/>
            <a:chOff x="969" y="2965"/>
            <a:chExt cx="3582" cy="337"/>
          </a:xfrm>
        </p:grpSpPr>
        <p:graphicFrame>
          <p:nvGraphicFramePr>
            <p:cNvPr id="6146" name="Object 0">
              <a:extLst>
                <a:ext uri="{FF2B5EF4-FFF2-40B4-BE49-F238E27FC236}">
                  <a16:creationId xmlns:a16="http://schemas.microsoft.com/office/drawing/2014/main" id="{AC145EE1-BDDC-B1E1-7253-6B525949FD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6146" name="Object 0">
                          <a:extLst>
                            <a:ext uri="{FF2B5EF4-FFF2-40B4-BE49-F238E27FC236}">
                              <a16:creationId xmlns:a16="http://schemas.microsoft.com/office/drawing/2014/main" id="{AC145EE1-BDDC-B1E1-7253-6B525949FD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1" name="Rectangle 22">
              <a:extLst>
                <a:ext uri="{FF2B5EF4-FFF2-40B4-BE49-F238E27FC236}">
                  <a16:creationId xmlns:a16="http://schemas.microsoft.com/office/drawing/2014/main" id="{456F39BA-A296-0F55-7FFD-B9411077C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6158" name="Rectangle 23">
            <a:extLst>
              <a:ext uri="{FF2B5EF4-FFF2-40B4-BE49-F238E27FC236}">
                <a16:creationId xmlns:a16="http://schemas.microsoft.com/office/drawing/2014/main" id="{C7A707A3-B0EC-A701-6694-915084764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51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Error Detection – CRC Check</a:t>
            </a:r>
          </a:p>
        </p:txBody>
      </p:sp>
      <p:grpSp>
        <p:nvGrpSpPr>
          <p:cNvPr id="8" name="Group 25">
            <a:extLst>
              <a:ext uri="{FF2B5EF4-FFF2-40B4-BE49-F238E27FC236}">
                <a16:creationId xmlns:a16="http://schemas.microsoft.com/office/drawing/2014/main" id="{8689DF18-4679-C005-CF60-CA3536FB3A6B}"/>
              </a:ext>
            </a:extLst>
          </p:cNvPr>
          <p:cNvGrpSpPr>
            <a:grpSpLocks/>
          </p:cNvGrpSpPr>
          <p:nvPr/>
        </p:nvGrpSpPr>
        <p:grpSpPr bwMode="auto">
          <a:xfrm>
            <a:off x="3381375" y="1038225"/>
            <a:ext cx="1860550" cy="2781300"/>
            <a:chOff x="2271" y="930"/>
            <a:chExt cx="1172" cy="1752"/>
          </a:xfrm>
        </p:grpSpPr>
        <p:sp>
          <p:nvSpPr>
            <p:cNvPr id="6239" name="Rectangle 26">
              <a:extLst>
                <a:ext uri="{FF2B5EF4-FFF2-40B4-BE49-F238E27FC236}">
                  <a16:creationId xmlns:a16="http://schemas.microsoft.com/office/drawing/2014/main" id="{C51C59DB-EC31-08DA-A648-C69DBC6B6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2389"/>
              <a:ext cx="1172" cy="293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200">
                  <a:solidFill>
                    <a:schemeClr val="bg1"/>
                  </a:solidFill>
                </a:rPr>
                <a:t>Packet</a:t>
              </a:r>
            </a:p>
          </p:txBody>
        </p:sp>
        <p:sp>
          <p:nvSpPr>
            <p:cNvPr id="6240" name="Rectangle 27">
              <a:extLst>
                <a:ext uri="{FF2B5EF4-FFF2-40B4-BE49-F238E27FC236}">
                  <a16:creationId xmlns:a16="http://schemas.microsoft.com/office/drawing/2014/main" id="{78AD62B6-745A-AEC6-4AF9-40E3D2E7B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930"/>
              <a:ext cx="77" cy="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9932" name="Rectangle 28">
            <a:extLst>
              <a:ext uri="{FF2B5EF4-FFF2-40B4-BE49-F238E27FC236}">
                <a16:creationId xmlns:a16="http://schemas.microsoft.com/office/drawing/2014/main" id="{DFA436FA-E385-0B27-250D-B86D21B45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1430338"/>
            <a:ext cx="1865312" cy="471487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Packet</a:t>
            </a:r>
          </a:p>
        </p:txBody>
      </p:sp>
      <p:grpSp>
        <p:nvGrpSpPr>
          <p:cNvPr id="9" name="Group 29">
            <a:extLst>
              <a:ext uri="{FF2B5EF4-FFF2-40B4-BE49-F238E27FC236}">
                <a16:creationId xmlns:a16="http://schemas.microsoft.com/office/drawing/2014/main" id="{1A209249-ED2E-8065-E3D6-70A8992CC9C9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2887663"/>
            <a:ext cx="2155825" cy="938212"/>
            <a:chOff x="2302" y="1633"/>
            <a:chExt cx="1358" cy="591"/>
          </a:xfrm>
        </p:grpSpPr>
        <p:sp>
          <p:nvSpPr>
            <p:cNvPr id="6236" name="AutoShape 30">
              <a:extLst>
                <a:ext uri="{FF2B5EF4-FFF2-40B4-BE49-F238E27FC236}">
                  <a16:creationId xmlns:a16="http://schemas.microsoft.com/office/drawing/2014/main" id="{7D72D419-FD03-373E-478C-BFA196623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1931"/>
              <a:ext cx="1358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37" name="AutoShape 31">
              <a:extLst>
                <a:ext uri="{FF2B5EF4-FFF2-40B4-BE49-F238E27FC236}">
                  <a16:creationId xmlns:a16="http://schemas.microsoft.com/office/drawing/2014/main" id="{9F4D4F37-8A9B-718C-58EE-D931FED5C0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3017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38" name="AutoShape 32">
              <a:extLst>
                <a:ext uri="{FF2B5EF4-FFF2-40B4-BE49-F238E27FC236}">
                  <a16:creationId xmlns:a16="http://schemas.microsoft.com/office/drawing/2014/main" id="{AC2CB32D-585B-BF16-FC66-25D1992109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54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0" name="Group 33">
            <a:extLst>
              <a:ext uri="{FF2B5EF4-FFF2-40B4-BE49-F238E27FC236}">
                <a16:creationId xmlns:a16="http://schemas.microsoft.com/office/drawing/2014/main" id="{909ADECE-F815-2114-9B45-CAC95B093976}"/>
              </a:ext>
            </a:extLst>
          </p:cNvPr>
          <p:cNvGrpSpPr>
            <a:grpSpLocks/>
          </p:cNvGrpSpPr>
          <p:nvPr/>
        </p:nvGrpSpPr>
        <p:grpSpPr bwMode="auto">
          <a:xfrm>
            <a:off x="3098800" y="2352675"/>
            <a:ext cx="2414588" cy="995363"/>
            <a:chOff x="1941" y="1758"/>
            <a:chExt cx="1521" cy="627"/>
          </a:xfrm>
        </p:grpSpPr>
        <p:sp>
          <p:nvSpPr>
            <p:cNvPr id="6234" name="AutoShape 34">
              <a:extLst>
                <a:ext uri="{FF2B5EF4-FFF2-40B4-BE49-F238E27FC236}">
                  <a16:creationId xmlns:a16="http://schemas.microsoft.com/office/drawing/2014/main" id="{5A62BE7F-5F4D-D0EC-462B-F54EB04A5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1758"/>
              <a:ext cx="1521" cy="328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35" name="AutoShape 35">
              <a:extLst>
                <a:ext uri="{FF2B5EF4-FFF2-40B4-BE49-F238E27FC236}">
                  <a16:creationId xmlns:a16="http://schemas.microsoft.com/office/drawing/2014/main" id="{B4BBC519-BDB0-6A5F-4361-991870E389E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49" y="2092"/>
              <a:ext cx="1316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9940" name="Rectangle 36">
            <a:extLst>
              <a:ext uri="{FF2B5EF4-FFF2-40B4-BE49-F238E27FC236}">
                <a16:creationId xmlns:a16="http://schemas.microsoft.com/office/drawing/2014/main" id="{1E9EFFB4-86EC-5913-0CA0-B8D56FC67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2860675"/>
            <a:ext cx="2135188" cy="9683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Source MAC 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00-20-18-C0-07-71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Destination MAC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00-20-18-C0-07-72</a:t>
            </a:r>
          </a:p>
        </p:txBody>
      </p:sp>
      <p:sp>
        <p:nvSpPr>
          <p:cNvPr id="379941" name="Text Box 37">
            <a:extLst>
              <a:ext uri="{FF2B5EF4-FFF2-40B4-BE49-F238E27FC236}">
                <a16:creationId xmlns:a16="http://schemas.microsoft.com/office/drawing/2014/main" id="{72F3FCC3-0211-A1E8-2F8C-9292FBA88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00000</a:t>
            </a:r>
          </a:p>
        </p:txBody>
      </p:sp>
      <p:sp>
        <p:nvSpPr>
          <p:cNvPr id="379942" name="Text Box 38">
            <a:extLst>
              <a:ext uri="{FF2B5EF4-FFF2-40B4-BE49-F238E27FC236}">
                <a16:creationId xmlns:a16="http://schemas.microsoft.com/office/drawing/2014/main" id="{5325B402-628A-37ED-4FCB-55643DA5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32434</a:t>
            </a:r>
          </a:p>
        </p:txBody>
      </p:sp>
      <p:sp>
        <p:nvSpPr>
          <p:cNvPr id="379943" name="Text Box 39">
            <a:extLst>
              <a:ext uri="{FF2B5EF4-FFF2-40B4-BE49-F238E27FC236}">
                <a16:creationId xmlns:a16="http://schemas.microsoft.com/office/drawing/2014/main" id="{15E80ECE-6326-7614-6B76-6A2A9F0B6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22222</a:t>
            </a:r>
          </a:p>
        </p:txBody>
      </p:sp>
      <p:sp>
        <p:nvSpPr>
          <p:cNvPr id="379944" name="Text Box 40">
            <a:extLst>
              <a:ext uri="{FF2B5EF4-FFF2-40B4-BE49-F238E27FC236}">
                <a16:creationId xmlns:a16="http://schemas.microsoft.com/office/drawing/2014/main" id="{5EE4A6BC-1651-04A9-132E-FF8305B13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89696</a:t>
            </a:r>
          </a:p>
        </p:txBody>
      </p:sp>
      <p:sp>
        <p:nvSpPr>
          <p:cNvPr id="379945" name="Text Box 41">
            <a:extLst>
              <a:ext uri="{FF2B5EF4-FFF2-40B4-BE49-F238E27FC236}">
                <a16:creationId xmlns:a16="http://schemas.microsoft.com/office/drawing/2014/main" id="{74B187B6-708F-E146-2D38-813D83393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55434</a:t>
            </a:r>
          </a:p>
        </p:txBody>
      </p:sp>
      <p:sp>
        <p:nvSpPr>
          <p:cNvPr id="379946" name="Text Box 42">
            <a:extLst>
              <a:ext uri="{FF2B5EF4-FFF2-40B4-BE49-F238E27FC236}">
                <a16:creationId xmlns:a16="http://schemas.microsoft.com/office/drawing/2014/main" id="{175AC3DA-74DA-8D87-CD4B-AB3D2BAF1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99323</a:t>
            </a:r>
          </a:p>
        </p:txBody>
      </p:sp>
      <p:sp>
        <p:nvSpPr>
          <p:cNvPr id="379947" name="Text Box 43">
            <a:extLst>
              <a:ext uri="{FF2B5EF4-FFF2-40B4-BE49-F238E27FC236}">
                <a16:creationId xmlns:a16="http://schemas.microsoft.com/office/drawing/2014/main" id="{FCC662F3-E1C2-39B7-8305-F4FE4152A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43434</a:t>
            </a:r>
          </a:p>
        </p:txBody>
      </p:sp>
      <p:sp>
        <p:nvSpPr>
          <p:cNvPr id="379948" name="Text Box 44">
            <a:extLst>
              <a:ext uri="{FF2B5EF4-FFF2-40B4-BE49-F238E27FC236}">
                <a16:creationId xmlns:a16="http://schemas.microsoft.com/office/drawing/2014/main" id="{A7EA11F2-08A9-B3B8-7748-F0822337F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99434</a:t>
            </a:r>
          </a:p>
        </p:txBody>
      </p:sp>
      <p:sp>
        <p:nvSpPr>
          <p:cNvPr id="379949" name="Text Box 45">
            <a:extLst>
              <a:ext uri="{FF2B5EF4-FFF2-40B4-BE49-F238E27FC236}">
                <a16:creationId xmlns:a16="http://schemas.microsoft.com/office/drawing/2014/main" id="{7E1BD310-AB22-D30E-A4C4-2708B5A40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46323</a:t>
            </a:r>
          </a:p>
        </p:txBody>
      </p:sp>
      <p:sp>
        <p:nvSpPr>
          <p:cNvPr id="379950" name="Text Box 46">
            <a:extLst>
              <a:ext uri="{FF2B5EF4-FFF2-40B4-BE49-F238E27FC236}">
                <a16:creationId xmlns:a16="http://schemas.microsoft.com/office/drawing/2014/main" id="{09012962-39B4-8B90-8193-5139A3A1D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11114</a:t>
            </a:r>
          </a:p>
        </p:txBody>
      </p:sp>
      <p:sp>
        <p:nvSpPr>
          <p:cNvPr id="379951" name="Text Box 47">
            <a:extLst>
              <a:ext uri="{FF2B5EF4-FFF2-40B4-BE49-F238E27FC236}">
                <a16:creationId xmlns:a16="http://schemas.microsoft.com/office/drawing/2014/main" id="{58338BD4-E903-21EF-E778-624DB8A1A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20202</a:t>
            </a:r>
          </a:p>
        </p:txBody>
      </p:sp>
      <p:sp>
        <p:nvSpPr>
          <p:cNvPr id="379952" name="Rectangle 48">
            <a:extLst>
              <a:ext uri="{FF2B5EF4-FFF2-40B4-BE49-F238E27FC236}">
                <a16:creationId xmlns:a16="http://schemas.microsoft.com/office/drawing/2014/main" id="{F8FE0E07-31B7-F3A1-6A62-6D8A16B75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2681288"/>
            <a:ext cx="2905125" cy="136366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79953" name="Text Box 49">
            <a:extLst>
              <a:ext uri="{FF2B5EF4-FFF2-40B4-BE49-F238E27FC236}">
                <a16:creationId xmlns:a16="http://schemas.microsoft.com/office/drawing/2014/main" id="{4BFE093A-85F0-CAA1-C17B-529D2E761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00000</a:t>
            </a:r>
          </a:p>
        </p:txBody>
      </p:sp>
      <p:sp>
        <p:nvSpPr>
          <p:cNvPr id="379954" name="Text Box 50">
            <a:extLst>
              <a:ext uri="{FF2B5EF4-FFF2-40B4-BE49-F238E27FC236}">
                <a16:creationId xmlns:a16="http://schemas.microsoft.com/office/drawing/2014/main" id="{CFD4CA16-DAEB-6958-C537-51279D521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32434</a:t>
            </a:r>
          </a:p>
        </p:txBody>
      </p:sp>
      <p:sp>
        <p:nvSpPr>
          <p:cNvPr id="379955" name="Text Box 51">
            <a:extLst>
              <a:ext uri="{FF2B5EF4-FFF2-40B4-BE49-F238E27FC236}">
                <a16:creationId xmlns:a16="http://schemas.microsoft.com/office/drawing/2014/main" id="{CF801D73-26A5-3D91-90C1-62ACD7681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22222</a:t>
            </a:r>
          </a:p>
        </p:txBody>
      </p:sp>
      <p:sp>
        <p:nvSpPr>
          <p:cNvPr id="379956" name="Text Box 52">
            <a:extLst>
              <a:ext uri="{FF2B5EF4-FFF2-40B4-BE49-F238E27FC236}">
                <a16:creationId xmlns:a16="http://schemas.microsoft.com/office/drawing/2014/main" id="{039F8D33-B7A4-D997-908D-C9BD46316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89696</a:t>
            </a:r>
          </a:p>
        </p:txBody>
      </p:sp>
      <p:sp>
        <p:nvSpPr>
          <p:cNvPr id="379957" name="Text Box 53">
            <a:extLst>
              <a:ext uri="{FF2B5EF4-FFF2-40B4-BE49-F238E27FC236}">
                <a16:creationId xmlns:a16="http://schemas.microsoft.com/office/drawing/2014/main" id="{38D19F17-C159-6E0D-67B0-7C070D943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55434</a:t>
            </a:r>
          </a:p>
        </p:txBody>
      </p:sp>
      <p:sp>
        <p:nvSpPr>
          <p:cNvPr id="379958" name="Text Box 54">
            <a:extLst>
              <a:ext uri="{FF2B5EF4-FFF2-40B4-BE49-F238E27FC236}">
                <a16:creationId xmlns:a16="http://schemas.microsoft.com/office/drawing/2014/main" id="{6E7D2CB1-FD5B-1AB8-B5B0-B86F7544A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99323</a:t>
            </a:r>
          </a:p>
        </p:txBody>
      </p:sp>
      <p:sp>
        <p:nvSpPr>
          <p:cNvPr id="379959" name="Text Box 55">
            <a:extLst>
              <a:ext uri="{FF2B5EF4-FFF2-40B4-BE49-F238E27FC236}">
                <a16:creationId xmlns:a16="http://schemas.microsoft.com/office/drawing/2014/main" id="{E10E048D-17E0-A3D7-3CF7-9400363A1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43434</a:t>
            </a:r>
          </a:p>
        </p:txBody>
      </p:sp>
      <p:sp>
        <p:nvSpPr>
          <p:cNvPr id="379960" name="Text Box 56">
            <a:extLst>
              <a:ext uri="{FF2B5EF4-FFF2-40B4-BE49-F238E27FC236}">
                <a16:creationId xmlns:a16="http://schemas.microsoft.com/office/drawing/2014/main" id="{E9FAAF90-DCD1-77E6-4699-416389D0D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99434</a:t>
            </a:r>
          </a:p>
        </p:txBody>
      </p:sp>
      <p:sp>
        <p:nvSpPr>
          <p:cNvPr id="379961" name="Text Box 57">
            <a:extLst>
              <a:ext uri="{FF2B5EF4-FFF2-40B4-BE49-F238E27FC236}">
                <a16:creationId xmlns:a16="http://schemas.microsoft.com/office/drawing/2014/main" id="{20E64E22-D1AF-4314-BB14-71F1429D6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46323</a:t>
            </a:r>
          </a:p>
        </p:txBody>
      </p:sp>
      <p:sp>
        <p:nvSpPr>
          <p:cNvPr id="379962" name="Text Box 58">
            <a:extLst>
              <a:ext uri="{FF2B5EF4-FFF2-40B4-BE49-F238E27FC236}">
                <a16:creationId xmlns:a16="http://schemas.microsoft.com/office/drawing/2014/main" id="{CAC931B2-CD31-FD89-B59C-0C961D6F1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11114</a:t>
            </a:r>
          </a:p>
        </p:txBody>
      </p:sp>
      <p:sp>
        <p:nvSpPr>
          <p:cNvPr id="379963" name="Text Box 59">
            <a:extLst>
              <a:ext uri="{FF2B5EF4-FFF2-40B4-BE49-F238E27FC236}">
                <a16:creationId xmlns:a16="http://schemas.microsoft.com/office/drawing/2014/main" id="{86A7A09E-2A57-8356-FD3E-2BC471229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2860675"/>
            <a:ext cx="2138363" cy="9509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>
                <a:solidFill>
                  <a:schemeClr val="bg1"/>
                </a:solidFill>
              </a:rPr>
              <a:t>20202</a:t>
            </a:r>
          </a:p>
        </p:txBody>
      </p:sp>
      <p:sp>
        <p:nvSpPr>
          <p:cNvPr id="379964" name="Rectangle 60">
            <a:extLst>
              <a:ext uri="{FF2B5EF4-FFF2-40B4-BE49-F238E27FC236}">
                <a16:creationId xmlns:a16="http://schemas.microsoft.com/office/drawing/2014/main" id="{2A2F728B-E853-448D-BD97-2419EA5EC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2860675"/>
            <a:ext cx="2135188" cy="9683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Source MAC 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00-20-18-C0-07-71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Destination MAC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00-20-18-C0-07-72</a:t>
            </a:r>
          </a:p>
        </p:txBody>
      </p:sp>
      <p:grpSp>
        <p:nvGrpSpPr>
          <p:cNvPr id="11" name="Group 61">
            <a:extLst>
              <a:ext uri="{FF2B5EF4-FFF2-40B4-BE49-F238E27FC236}">
                <a16:creationId xmlns:a16="http://schemas.microsoft.com/office/drawing/2014/main" id="{DD4462B6-E362-33AB-ACED-D5AF3B4C74F1}"/>
              </a:ext>
            </a:extLst>
          </p:cNvPr>
          <p:cNvGrpSpPr>
            <a:grpSpLocks/>
          </p:cNvGrpSpPr>
          <p:nvPr/>
        </p:nvGrpSpPr>
        <p:grpSpPr bwMode="auto">
          <a:xfrm>
            <a:off x="3094038" y="2347913"/>
            <a:ext cx="2414587" cy="1473200"/>
            <a:chOff x="2048" y="1854"/>
            <a:chExt cx="1521" cy="928"/>
          </a:xfrm>
        </p:grpSpPr>
        <p:grpSp>
          <p:nvGrpSpPr>
            <p:cNvPr id="6227" name="Group 62">
              <a:extLst>
                <a:ext uri="{FF2B5EF4-FFF2-40B4-BE49-F238E27FC236}">
                  <a16:creationId xmlns:a16="http://schemas.microsoft.com/office/drawing/2014/main" id="{B145686E-01D9-87DC-6B9C-F8A1E2546A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6" y="2191"/>
              <a:ext cx="1358" cy="591"/>
              <a:chOff x="2302" y="1633"/>
              <a:chExt cx="1358" cy="591"/>
            </a:xfrm>
          </p:grpSpPr>
          <p:sp>
            <p:nvSpPr>
              <p:cNvPr id="6231" name="AutoShape 63">
                <a:extLst>
                  <a:ext uri="{FF2B5EF4-FFF2-40B4-BE49-F238E27FC236}">
                    <a16:creationId xmlns:a16="http://schemas.microsoft.com/office/drawing/2014/main" id="{55D8D1EB-717F-E282-EE20-AC9DECE70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" y="1931"/>
                <a:ext cx="1358" cy="293"/>
              </a:xfrm>
              <a:prstGeom prst="triangle">
                <a:avLst>
                  <a:gd name="adj" fmla="val 50000"/>
                </a:avLst>
              </a:prstGeom>
              <a:solidFill>
                <a:srgbClr val="0099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AutoShape 64">
                <a:extLst>
                  <a:ext uri="{FF2B5EF4-FFF2-40B4-BE49-F238E27FC236}">
                    <a16:creationId xmlns:a16="http://schemas.microsoft.com/office/drawing/2014/main" id="{ACCFAC09-9903-902E-41EA-38DEF06DA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 flipV="1">
                <a:off x="3017" y="1587"/>
                <a:ext cx="591" cy="683"/>
              </a:xfrm>
              <a:prstGeom prst="triangle">
                <a:avLst>
                  <a:gd name="adj" fmla="val 50000"/>
                </a:avLst>
              </a:prstGeom>
              <a:solidFill>
                <a:srgbClr val="0099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AutoShape 65">
                <a:extLst>
                  <a:ext uri="{FF2B5EF4-FFF2-40B4-BE49-F238E27FC236}">
                    <a16:creationId xmlns:a16="http://schemas.microsoft.com/office/drawing/2014/main" id="{C94C976A-0528-5AD5-0ACC-C9883C4AB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354" y="1587"/>
                <a:ext cx="591" cy="683"/>
              </a:xfrm>
              <a:prstGeom prst="triangle">
                <a:avLst>
                  <a:gd name="adj" fmla="val 50000"/>
                </a:avLst>
              </a:prstGeom>
              <a:solidFill>
                <a:srgbClr val="0099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228" name="Group 66">
              <a:extLst>
                <a:ext uri="{FF2B5EF4-FFF2-40B4-BE49-F238E27FC236}">
                  <a16:creationId xmlns:a16="http://schemas.microsoft.com/office/drawing/2014/main" id="{A9D0B28E-D73B-73AA-84B6-B65E2A03F9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8" y="1854"/>
              <a:ext cx="1521" cy="627"/>
              <a:chOff x="1941" y="1758"/>
              <a:chExt cx="1521" cy="627"/>
            </a:xfrm>
          </p:grpSpPr>
          <p:sp>
            <p:nvSpPr>
              <p:cNvPr id="6229" name="AutoShape 67">
                <a:extLst>
                  <a:ext uri="{FF2B5EF4-FFF2-40B4-BE49-F238E27FC236}">
                    <a16:creationId xmlns:a16="http://schemas.microsoft.com/office/drawing/2014/main" id="{418843FE-5AC1-FF0B-63C9-FB95DE393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1" y="1758"/>
                <a:ext cx="1521" cy="328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AutoShape 68">
                <a:extLst>
                  <a:ext uri="{FF2B5EF4-FFF2-40B4-BE49-F238E27FC236}">
                    <a16:creationId xmlns:a16="http://schemas.microsoft.com/office/drawing/2014/main" id="{DDACDFE1-7C49-6D66-186A-90D6EDF96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049" y="2092"/>
                <a:ext cx="1316" cy="293"/>
              </a:xfrm>
              <a:prstGeom prst="triangle">
                <a:avLst>
                  <a:gd name="adj" fmla="val 50000"/>
                </a:avLst>
              </a:prstGeom>
              <a:solidFill>
                <a:srgbClr val="0099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grpSp>
        <p:nvGrpSpPr>
          <p:cNvPr id="14" name="Group 69">
            <a:extLst>
              <a:ext uri="{FF2B5EF4-FFF2-40B4-BE49-F238E27FC236}">
                <a16:creationId xmlns:a16="http://schemas.microsoft.com/office/drawing/2014/main" id="{9B2F4720-6540-A2BA-231A-9DA8D8AF53F9}"/>
              </a:ext>
            </a:extLst>
          </p:cNvPr>
          <p:cNvGrpSpPr>
            <a:grpSpLocks/>
          </p:cNvGrpSpPr>
          <p:nvPr/>
        </p:nvGrpSpPr>
        <p:grpSpPr bwMode="auto">
          <a:xfrm>
            <a:off x="3195638" y="2349500"/>
            <a:ext cx="2190750" cy="995363"/>
            <a:chOff x="2025" y="1756"/>
            <a:chExt cx="1345" cy="627"/>
          </a:xfrm>
        </p:grpSpPr>
        <p:sp>
          <p:nvSpPr>
            <p:cNvPr id="6225" name="AutoShape 70">
              <a:extLst>
                <a:ext uri="{FF2B5EF4-FFF2-40B4-BE49-F238E27FC236}">
                  <a16:creationId xmlns:a16="http://schemas.microsoft.com/office/drawing/2014/main" id="{A8A551E6-1C3F-B939-8925-4F423FEDB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5" y="1756"/>
              <a:ext cx="1340" cy="328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26" name="AutoShape 71">
              <a:extLst>
                <a:ext uri="{FF2B5EF4-FFF2-40B4-BE49-F238E27FC236}">
                  <a16:creationId xmlns:a16="http://schemas.microsoft.com/office/drawing/2014/main" id="{FC4FF030-35C3-68BA-A71C-E595C584493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54" y="2090"/>
              <a:ext cx="1316" cy="29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5" name="Group 72">
            <a:extLst>
              <a:ext uri="{FF2B5EF4-FFF2-40B4-BE49-F238E27FC236}">
                <a16:creationId xmlns:a16="http://schemas.microsoft.com/office/drawing/2014/main" id="{5BDD1306-0B1A-4386-6857-7648B9E10492}"/>
              </a:ext>
            </a:extLst>
          </p:cNvPr>
          <p:cNvGrpSpPr>
            <a:grpSpLocks/>
          </p:cNvGrpSpPr>
          <p:nvPr/>
        </p:nvGrpSpPr>
        <p:grpSpPr bwMode="auto">
          <a:xfrm>
            <a:off x="3394075" y="1452563"/>
            <a:ext cx="1860550" cy="2362200"/>
            <a:chOff x="2138" y="1191"/>
            <a:chExt cx="1172" cy="1488"/>
          </a:xfrm>
        </p:grpSpPr>
        <p:sp>
          <p:nvSpPr>
            <p:cNvPr id="6223" name="Rectangle 73">
              <a:extLst>
                <a:ext uri="{FF2B5EF4-FFF2-40B4-BE49-F238E27FC236}">
                  <a16:creationId xmlns:a16="http://schemas.microsoft.com/office/drawing/2014/main" id="{C3099416-8DD1-1220-F123-BF70097C6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1191"/>
              <a:ext cx="1172" cy="293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200">
                  <a:solidFill>
                    <a:schemeClr val="bg1"/>
                  </a:solidFill>
                </a:rPr>
                <a:t>Packet</a:t>
              </a:r>
            </a:p>
          </p:txBody>
        </p:sp>
        <p:sp>
          <p:nvSpPr>
            <p:cNvPr id="6224" name="Rectangle 74">
              <a:extLst>
                <a:ext uri="{FF2B5EF4-FFF2-40B4-BE49-F238E27FC236}">
                  <a16:creationId xmlns:a16="http://schemas.microsoft.com/office/drawing/2014/main" id="{07273344-7E1A-DF0E-FF9B-C255733D34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686" y="2599"/>
              <a:ext cx="77" cy="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6" name="Group 75">
            <a:extLst>
              <a:ext uri="{FF2B5EF4-FFF2-40B4-BE49-F238E27FC236}">
                <a16:creationId xmlns:a16="http://schemas.microsoft.com/office/drawing/2014/main" id="{A929B4A4-E253-02C0-FE38-6867787EFBB7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2884488"/>
            <a:ext cx="2155825" cy="938212"/>
            <a:chOff x="2302" y="1633"/>
            <a:chExt cx="1358" cy="591"/>
          </a:xfrm>
        </p:grpSpPr>
        <p:sp>
          <p:nvSpPr>
            <p:cNvPr id="6220" name="AutoShape 76">
              <a:extLst>
                <a:ext uri="{FF2B5EF4-FFF2-40B4-BE49-F238E27FC236}">
                  <a16:creationId xmlns:a16="http://schemas.microsoft.com/office/drawing/2014/main" id="{ECC0B7E9-BFDD-CE9B-259B-3116CACD3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1931"/>
              <a:ext cx="1358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21" name="AutoShape 77">
              <a:extLst>
                <a:ext uri="{FF2B5EF4-FFF2-40B4-BE49-F238E27FC236}">
                  <a16:creationId xmlns:a16="http://schemas.microsoft.com/office/drawing/2014/main" id="{A683A461-4F58-1C7A-795A-098C308D9C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3017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22" name="AutoShape 78">
              <a:extLst>
                <a:ext uri="{FF2B5EF4-FFF2-40B4-BE49-F238E27FC236}">
                  <a16:creationId xmlns:a16="http://schemas.microsoft.com/office/drawing/2014/main" id="{73B98017-BD87-0B47-A3DF-D51DFEE960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54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7" name="Group 79">
            <a:extLst>
              <a:ext uri="{FF2B5EF4-FFF2-40B4-BE49-F238E27FC236}">
                <a16:creationId xmlns:a16="http://schemas.microsoft.com/office/drawing/2014/main" id="{13D24A07-95DE-6475-60EA-C79F6071FBBD}"/>
              </a:ext>
            </a:extLst>
          </p:cNvPr>
          <p:cNvGrpSpPr>
            <a:grpSpLocks/>
          </p:cNvGrpSpPr>
          <p:nvPr/>
        </p:nvGrpSpPr>
        <p:grpSpPr bwMode="auto">
          <a:xfrm>
            <a:off x="781050" y="1685925"/>
            <a:ext cx="7564438" cy="2617788"/>
            <a:chOff x="492" y="1338"/>
            <a:chExt cx="4765" cy="1649"/>
          </a:xfrm>
        </p:grpSpPr>
        <p:sp>
          <p:nvSpPr>
            <p:cNvPr id="6218" name="Rectangle 80">
              <a:extLst>
                <a:ext uri="{FF2B5EF4-FFF2-40B4-BE49-F238E27FC236}">
                  <a16:creationId xmlns:a16="http://schemas.microsoft.com/office/drawing/2014/main" id="{4FF8F278-CB9D-27E9-33B7-AB3B46E7D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338"/>
              <a:ext cx="4765" cy="1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19" name="AutoShape 81">
              <a:extLst>
                <a:ext uri="{FF2B5EF4-FFF2-40B4-BE49-F238E27FC236}">
                  <a16:creationId xmlns:a16="http://schemas.microsoft.com/office/drawing/2014/main" id="{552BF038-BB14-E937-B3A1-A88CF12CF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468"/>
              <a:ext cx="1356" cy="1073"/>
            </a:xfrm>
            <a:prstGeom prst="cloudCallout">
              <a:avLst>
                <a:gd name="adj1" fmla="val -1917"/>
                <a:gd name="adj2" fmla="val 88208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en-US">
                  <a:solidFill>
                    <a:schemeClr val="bg1"/>
                  </a:solidFill>
                </a:rPr>
                <a:t>Hello! How are  you ?</a:t>
              </a:r>
            </a:p>
            <a:p>
              <a:endParaRPr lang="en-US" altLang="en-US"/>
            </a:p>
          </p:txBody>
        </p:sp>
      </p:grpSp>
      <p:grpSp>
        <p:nvGrpSpPr>
          <p:cNvPr id="6193" name="Group 82">
            <a:extLst>
              <a:ext uri="{FF2B5EF4-FFF2-40B4-BE49-F238E27FC236}">
                <a16:creationId xmlns:a16="http://schemas.microsoft.com/office/drawing/2014/main" id="{6163333B-5F01-D181-5B6D-772D42CBFA9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4176713"/>
            <a:ext cx="7072313" cy="1906587"/>
            <a:chOff x="480" y="2984"/>
            <a:chExt cx="4455" cy="1201"/>
          </a:xfrm>
        </p:grpSpPr>
        <p:sp>
          <p:nvSpPr>
            <p:cNvPr id="6209" name="Text Box 83">
              <a:extLst>
                <a:ext uri="{FF2B5EF4-FFF2-40B4-BE49-F238E27FC236}">
                  <a16:creationId xmlns:a16="http://schemas.microsoft.com/office/drawing/2014/main" id="{4D841C83-6F17-2C17-7B81-1F8D9545A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839"/>
              <a:ext cx="142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500"/>
                <a:t>192.168.1.1</a:t>
              </a:r>
            </a:p>
            <a:p>
              <a:r>
                <a:rPr lang="en-US" altLang="en-US" sz="1500"/>
                <a:t>00-20-18-C0-07-71</a:t>
              </a:r>
            </a:p>
          </p:txBody>
        </p:sp>
        <p:sp>
          <p:nvSpPr>
            <p:cNvPr id="6210" name="Text Box 84">
              <a:extLst>
                <a:ext uri="{FF2B5EF4-FFF2-40B4-BE49-F238E27FC236}">
                  <a16:creationId xmlns:a16="http://schemas.microsoft.com/office/drawing/2014/main" id="{C9E50A03-C81E-9445-7098-56DB8B1A8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7" y="3839"/>
              <a:ext cx="142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500"/>
                <a:t>192.168.1.2</a:t>
              </a:r>
            </a:p>
            <a:p>
              <a:r>
                <a:rPr lang="en-US" altLang="en-US" sz="1500"/>
                <a:t>00-20-18-C0-07-72</a:t>
              </a:r>
            </a:p>
          </p:txBody>
        </p:sp>
        <p:grpSp>
          <p:nvGrpSpPr>
            <p:cNvPr id="6211" name="Group 85">
              <a:extLst>
                <a:ext uri="{FF2B5EF4-FFF2-40B4-BE49-F238E27FC236}">
                  <a16:creationId xmlns:a16="http://schemas.microsoft.com/office/drawing/2014/main" id="{70398987-65C2-0843-FB07-C6BC67ECAA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grpSp>
            <p:nvGrpSpPr>
              <p:cNvPr id="6212" name="Group 86">
                <a:extLst>
                  <a:ext uri="{FF2B5EF4-FFF2-40B4-BE49-F238E27FC236}">
                    <a16:creationId xmlns:a16="http://schemas.microsoft.com/office/drawing/2014/main" id="{50B98621-F695-A812-16AC-E81FEA28F4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6" y="2984"/>
                <a:ext cx="3855" cy="759"/>
                <a:chOff x="846" y="2984"/>
                <a:chExt cx="3855" cy="759"/>
              </a:xfrm>
            </p:grpSpPr>
            <p:pic>
              <p:nvPicPr>
                <p:cNvPr id="6215" name="Picture 87">
                  <a:extLst>
                    <a:ext uri="{FF2B5EF4-FFF2-40B4-BE49-F238E27FC236}">
                      <a16:creationId xmlns:a16="http://schemas.microsoft.com/office/drawing/2014/main" id="{64D6D19C-7821-6EE3-2279-1E4223301F8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216" name="Picture 88">
                  <a:extLst>
                    <a:ext uri="{FF2B5EF4-FFF2-40B4-BE49-F238E27FC236}">
                      <a16:creationId xmlns:a16="http://schemas.microsoft.com/office/drawing/2014/main" id="{086C33E0-86F8-E337-3B1A-2BEA07045E1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2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6217" name="AutoShape 89">
                  <a:extLst>
                    <a:ext uri="{FF2B5EF4-FFF2-40B4-BE49-F238E27FC236}">
                      <a16:creationId xmlns:a16="http://schemas.microsoft.com/office/drawing/2014/main" id="{F13D3F5B-7395-C216-B50F-535A196C68A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685" y="3364"/>
                  <a:ext cx="2177" cy="0"/>
                </a:xfrm>
                <a:prstGeom prst="straightConnector1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6213" name="Text Box 90">
                <a:extLst>
                  <a:ext uri="{FF2B5EF4-FFF2-40B4-BE49-F238E27FC236}">
                    <a16:creationId xmlns:a16="http://schemas.microsoft.com/office/drawing/2014/main" id="{5A02E79C-3973-76F8-FC08-4657D12E7E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7" y="3091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2400">
                    <a:solidFill>
                      <a:srgbClr val="FF6600"/>
                    </a:solidFill>
                  </a:rPr>
                  <a:t>A</a:t>
                </a:r>
              </a:p>
            </p:txBody>
          </p:sp>
          <p:sp>
            <p:nvSpPr>
              <p:cNvPr id="6214" name="Text Box 91">
                <a:extLst>
                  <a:ext uri="{FF2B5EF4-FFF2-40B4-BE49-F238E27FC236}">
                    <a16:creationId xmlns:a16="http://schemas.microsoft.com/office/drawing/2014/main" id="{A0A38B04-C471-9123-7CC1-CB664F8206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4" y="3091"/>
                <a:ext cx="26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2400">
                    <a:solidFill>
                      <a:srgbClr val="FF6600"/>
                    </a:solidFill>
                  </a:rPr>
                  <a:t>B</a:t>
                </a:r>
              </a:p>
            </p:txBody>
          </p:sp>
        </p:grpSp>
      </p:grpSp>
      <p:sp>
        <p:nvSpPr>
          <p:cNvPr id="6194" name="Date Placeholder 3">
            <a:extLst>
              <a:ext uri="{FF2B5EF4-FFF2-40B4-BE49-F238E27FC236}">
                <a16:creationId xmlns:a16="http://schemas.microsoft.com/office/drawing/2014/main" id="{0002FBC8-9D58-2436-F2A0-7F0C753E2E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0A7CC68-6D54-4A15-9E08-1E2938061EAC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195" name="Footer Placeholder 4">
            <a:extLst>
              <a:ext uri="{FF2B5EF4-FFF2-40B4-BE49-F238E27FC236}">
                <a16:creationId xmlns:a16="http://schemas.microsoft.com/office/drawing/2014/main" id="{541054BC-2227-1F0D-F8CD-27999962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196" name="Slide Number Placeholder 5">
            <a:extLst>
              <a:ext uri="{FF2B5EF4-FFF2-40B4-BE49-F238E27FC236}">
                <a16:creationId xmlns:a16="http://schemas.microsoft.com/office/drawing/2014/main" id="{03B66870-4C93-BF1C-36E1-A1AEB9D11E09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5001A62D-612F-4B59-AB9B-0DFBD27CA1C1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27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95" name="Trapezoid 94">
            <a:extLst>
              <a:ext uri="{FF2B5EF4-FFF2-40B4-BE49-F238E27FC236}">
                <a16:creationId xmlns:a16="http://schemas.microsoft.com/office/drawing/2014/main" id="{5D788F53-1804-59CE-9019-A3BDCAF2A049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6" name="Trapezoid 95">
            <a:extLst>
              <a:ext uri="{FF2B5EF4-FFF2-40B4-BE49-F238E27FC236}">
                <a16:creationId xmlns:a16="http://schemas.microsoft.com/office/drawing/2014/main" id="{C22926B1-950F-7B1B-76C7-565E0666B2D3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97" name="Trapezoid 96">
            <a:extLst>
              <a:ext uri="{FF2B5EF4-FFF2-40B4-BE49-F238E27FC236}">
                <a16:creationId xmlns:a16="http://schemas.microsoft.com/office/drawing/2014/main" id="{867B1323-9040-BD05-D536-5D7E9887E323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8" name="Trapezoid 97">
            <a:extLst>
              <a:ext uri="{FF2B5EF4-FFF2-40B4-BE49-F238E27FC236}">
                <a16:creationId xmlns:a16="http://schemas.microsoft.com/office/drawing/2014/main" id="{BD585F93-CC43-4307-EA1E-1AC8E8D26153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7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7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7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7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7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7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7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7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7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1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5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3"/>
                                            </p:cond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7"/>
                                            </p:cond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7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7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7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7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7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7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7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7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7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7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7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37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32" grpId="0" animBg="1" autoUpdateAnimBg="0"/>
      <p:bldP spid="379940" grpId="0" animBg="1" autoUpdateAnimBg="0"/>
      <p:bldP spid="379941" grpId="0" animBg="1" autoUpdateAnimBg="0"/>
      <p:bldP spid="379942" grpId="0" animBg="1" autoUpdateAnimBg="0"/>
      <p:bldP spid="379943" grpId="0" animBg="1" autoUpdateAnimBg="0"/>
      <p:bldP spid="379944" grpId="0" animBg="1" autoUpdateAnimBg="0"/>
      <p:bldP spid="379945" grpId="0" animBg="1" autoUpdateAnimBg="0"/>
      <p:bldP spid="379946" grpId="0" animBg="1" autoUpdateAnimBg="0"/>
      <p:bldP spid="379947" grpId="0" animBg="1" autoUpdateAnimBg="0"/>
      <p:bldP spid="379948" grpId="0" animBg="1" autoUpdateAnimBg="0"/>
      <p:bldP spid="379949" grpId="0" animBg="1" autoUpdateAnimBg="0"/>
      <p:bldP spid="379950" grpId="0" animBg="1" autoUpdateAnimBg="0"/>
      <p:bldP spid="379951" grpId="0" animBg="1" autoUpdateAnimBg="0"/>
      <p:bldP spid="379952" grpId="0" animBg="1"/>
      <p:bldP spid="379953" grpId="0" animBg="1" autoUpdateAnimBg="0"/>
      <p:bldP spid="379954" grpId="0" animBg="1" autoUpdateAnimBg="0"/>
      <p:bldP spid="379955" grpId="0" animBg="1" autoUpdateAnimBg="0"/>
      <p:bldP spid="379956" grpId="0" animBg="1" autoUpdateAnimBg="0"/>
      <p:bldP spid="379957" grpId="0" animBg="1" autoUpdateAnimBg="0"/>
      <p:bldP spid="379958" grpId="0" animBg="1" autoUpdateAnimBg="0"/>
      <p:bldP spid="379959" grpId="0" animBg="1" autoUpdateAnimBg="0"/>
      <p:bldP spid="379960" grpId="0" animBg="1" autoUpdateAnimBg="0"/>
      <p:bldP spid="379961" grpId="0" animBg="1" autoUpdateAnimBg="0"/>
      <p:bldP spid="379962" grpId="0" animBg="1" autoUpdateAnimBg="0"/>
      <p:bldP spid="379963" grpId="0" animBg="1" autoUpdateAnimBg="0"/>
      <p:bldP spid="379964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6F27A7CD-3136-EE8E-BF16-4ACCECAB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EA1F860-7EA8-42F6-AC18-A32C8CBA03B1}" type="slidenum">
              <a:rPr lang="en-US" altLang="en-US" sz="1200">
                <a:solidFill>
                  <a:srgbClr val="898989"/>
                </a:solidFill>
              </a:rPr>
              <a:pPr/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78">
            <a:extLst>
              <a:ext uri="{FF2B5EF4-FFF2-40B4-BE49-F238E27FC236}">
                <a16:creationId xmlns:a16="http://schemas.microsoft.com/office/drawing/2014/main" id="{97290179-3900-14F7-8BE0-DF036CF852F0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4313238"/>
            <a:ext cx="2655888" cy="1198562"/>
            <a:chOff x="-70" y="2717"/>
            <a:chExt cx="1550" cy="767"/>
          </a:xfrm>
        </p:grpSpPr>
        <p:sp>
          <p:nvSpPr>
            <p:cNvPr id="31793" name="Text Box 27">
              <a:extLst>
                <a:ext uri="{FF2B5EF4-FFF2-40B4-BE49-F238E27FC236}">
                  <a16:creationId xmlns:a16="http://schemas.microsoft.com/office/drawing/2014/main" id="{18CE9956-9799-D224-C752-5A7A9634F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0" y="2717"/>
              <a:ext cx="1550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600"/>
                <a:t> </a:t>
              </a:r>
            </a:p>
          </p:txBody>
        </p:sp>
        <p:grpSp>
          <p:nvGrpSpPr>
            <p:cNvPr id="31794" name="Group 52">
              <a:extLst>
                <a:ext uri="{FF2B5EF4-FFF2-40B4-BE49-F238E27FC236}">
                  <a16:creationId xmlns:a16="http://schemas.microsoft.com/office/drawing/2014/main" id="{DE8BFFA4-8741-D866-487D-0080BAAF1A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" y="3020"/>
              <a:ext cx="957" cy="464"/>
              <a:chOff x="4244" y="3077"/>
              <a:chExt cx="1092" cy="464"/>
            </a:xfrm>
          </p:grpSpPr>
          <p:sp>
            <p:nvSpPr>
              <p:cNvPr id="31795" name="Freeform 53">
                <a:extLst>
                  <a:ext uri="{FF2B5EF4-FFF2-40B4-BE49-F238E27FC236}">
                    <a16:creationId xmlns:a16="http://schemas.microsoft.com/office/drawing/2014/main" id="{327F9615-C44C-45F8-56E8-68E2798DA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3329"/>
                <a:ext cx="835" cy="208"/>
              </a:xfrm>
              <a:custGeom>
                <a:avLst/>
                <a:gdLst>
                  <a:gd name="T0" fmla="*/ 0 w 835"/>
                  <a:gd name="T1" fmla="*/ 0 h 208"/>
                  <a:gd name="T2" fmla="*/ 0 w 835"/>
                  <a:gd name="T3" fmla="*/ 207 h 208"/>
                  <a:gd name="T4" fmla="*/ 834 w 835"/>
                  <a:gd name="T5" fmla="*/ 207 h 208"/>
                  <a:gd name="T6" fmla="*/ 834 w 835"/>
                  <a:gd name="T7" fmla="*/ 0 h 208"/>
                  <a:gd name="T8" fmla="*/ 0 w 835"/>
                  <a:gd name="T9" fmla="*/ 0 h 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35"/>
                  <a:gd name="T16" fmla="*/ 0 h 208"/>
                  <a:gd name="T17" fmla="*/ 835 w 835"/>
                  <a:gd name="T18" fmla="*/ 208 h 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35" h="208">
                    <a:moveTo>
                      <a:pt x="0" y="0"/>
                    </a:moveTo>
                    <a:lnTo>
                      <a:pt x="0" y="207"/>
                    </a:lnTo>
                    <a:lnTo>
                      <a:pt x="834" y="207"/>
                    </a:lnTo>
                    <a:lnTo>
                      <a:pt x="83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6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96" name="Freeform 54">
                <a:extLst>
                  <a:ext uri="{FF2B5EF4-FFF2-40B4-BE49-F238E27FC236}">
                    <a16:creationId xmlns:a16="http://schemas.microsoft.com/office/drawing/2014/main" id="{99B289E4-D12A-2BAE-F3F6-47C51C21B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333"/>
                <a:ext cx="834" cy="208"/>
              </a:xfrm>
              <a:custGeom>
                <a:avLst/>
                <a:gdLst>
                  <a:gd name="T0" fmla="*/ 0 w 834"/>
                  <a:gd name="T1" fmla="*/ 0 h 208"/>
                  <a:gd name="T2" fmla="*/ 0 w 834"/>
                  <a:gd name="T3" fmla="*/ 207 h 208"/>
                  <a:gd name="T4" fmla="*/ 833 w 834"/>
                  <a:gd name="T5" fmla="*/ 207 h 208"/>
                  <a:gd name="T6" fmla="*/ 833 w 834"/>
                  <a:gd name="T7" fmla="*/ 0 h 208"/>
                  <a:gd name="T8" fmla="*/ 0 w 834"/>
                  <a:gd name="T9" fmla="*/ 0 h 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34"/>
                  <a:gd name="T16" fmla="*/ 0 h 208"/>
                  <a:gd name="T17" fmla="*/ 834 w 834"/>
                  <a:gd name="T18" fmla="*/ 208 h 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34" h="208">
                    <a:moveTo>
                      <a:pt x="0" y="0"/>
                    </a:moveTo>
                    <a:lnTo>
                      <a:pt x="0" y="207"/>
                    </a:lnTo>
                    <a:lnTo>
                      <a:pt x="833" y="207"/>
                    </a:lnTo>
                    <a:lnTo>
                      <a:pt x="83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6D5"/>
              </a:solidFill>
              <a:ln w="12700" cap="rnd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97" name="Freeform 55">
                <a:extLst>
                  <a:ext uri="{FF2B5EF4-FFF2-40B4-BE49-F238E27FC236}">
                    <a16:creationId xmlns:a16="http://schemas.microsoft.com/office/drawing/2014/main" id="{65765BFE-0D8C-C1F4-3F50-519F88B88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8" y="3077"/>
                <a:ext cx="254" cy="460"/>
              </a:xfrm>
              <a:custGeom>
                <a:avLst/>
                <a:gdLst>
                  <a:gd name="T0" fmla="*/ 0 w 254"/>
                  <a:gd name="T1" fmla="*/ 252 h 460"/>
                  <a:gd name="T2" fmla="*/ 253 w 254"/>
                  <a:gd name="T3" fmla="*/ 0 h 460"/>
                  <a:gd name="T4" fmla="*/ 253 w 254"/>
                  <a:gd name="T5" fmla="*/ 207 h 460"/>
                  <a:gd name="T6" fmla="*/ 0 w 254"/>
                  <a:gd name="T7" fmla="*/ 459 h 460"/>
                  <a:gd name="T8" fmla="*/ 0 w 254"/>
                  <a:gd name="T9" fmla="*/ 252 h 4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4"/>
                  <a:gd name="T16" fmla="*/ 0 h 460"/>
                  <a:gd name="T17" fmla="*/ 254 w 254"/>
                  <a:gd name="T18" fmla="*/ 460 h 4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4" h="460">
                    <a:moveTo>
                      <a:pt x="0" y="252"/>
                    </a:moveTo>
                    <a:lnTo>
                      <a:pt x="253" y="0"/>
                    </a:lnTo>
                    <a:lnTo>
                      <a:pt x="253" y="207"/>
                    </a:lnTo>
                    <a:lnTo>
                      <a:pt x="0" y="459"/>
                    </a:lnTo>
                    <a:lnTo>
                      <a:pt x="0" y="252"/>
                    </a:lnTo>
                  </a:path>
                </a:pathLst>
              </a:custGeom>
              <a:solidFill>
                <a:srgbClr val="005A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98" name="Freeform 56">
                <a:extLst>
                  <a:ext uri="{FF2B5EF4-FFF2-40B4-BE49-F238E27FC236}">
                    <a16:creationId xmlns:a16="http://schemas.microsoft.com/office/drawing/2014/main" id="{D11B676E-EDB2-9B69-2B66-5A2A054B1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1" y="3081"/>
                <a:ext cx="255" cy="460"/>
              </a:xfrm>
              <a:custGeom>
                <a:avLst/>
                <a:gdLst>
                  <a:gd name="T0" fmla="*/ 0 w 255"/>
                  <a:gd name="T1" fmla="*/ 252 h 460"/>
                  <a:gd name="T2" fmla="*/ 254 w 255"/>
                  <a:gd name="T3" fmla="*/ 0 h 460"/>
                  <a:gd name="T4" fmla="*/ 254 w 255"/>
                  <a:gd name="T5" fmla="*/ 207 h 460"/>
                  <a:gd name="T6" fmla="*/ 0 w 255"/>
                  <a:gd name="T7" fmla="*/ 459 h 460"/>
                  <a:gd name="T8" fmla="*/ 0 w 255"/>
                  <a:gd name="T9" fmla="*/ 252 h 4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5"/>
                  <a:gd name="T16" fmla="*/ 0 h 460"/>
                  <a:gd name="T17" fmla="*/ 255 w 255"/>
                  <a:gd name="T18" fmla="*/ 460 h 4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5" h="460">
                    <a:moveTo>
                      <a:pt x="0" y="252"/>
                    </a:moveTo>
                    <a:lnTo>
                      <a:pt x="254" y="0"/>
                    </a:lnTo>
                    <a:lnTo>
                      <a:pt x="254" y="207"/>
                    </a:lnTo>
                    <a:lnTo>
                      <a:pt x="0" y="459"/>
                    </a:lnTo>
                    <a:lnTo>
                      <a:pt x="0" y="252"/>
                    </a:lnTo>
                  </a:path>
                </a:pathLst>
              </a:custGeom>
              <a:solidFill>
                <a:srgbClr val="005A80"/>
              </a:solidFill>
              <a:ln w="12700" cap="rnd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99" name="Freeform 57">
                <a:extLst>
                  <a:ext uri="{FF2B5EF4-FFF2-40B4-BE49-F238E27FC236}">
                    <a16:creationId xmlns:a16="http://schemas.microsoft.com/office/drawing/2014/main" id="{DED30EBC-413A-EB69-D11A-2762731CD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3077"/>
                <a:ext cx="1088" cy="253"/>
              </a:xfrm>
              <a:custGeom>
                <a:avLst/>
                <a:gdLst>
                  <a:gd name="T0" fmla="*/ 834 w 1088"/>
                  <a:gd name="T1" fmla="*/ 252 h 253"/>
                  <a:gd name="T2" fmla="*/ 1087 w 1088"/>
                  <a:gd name="T3" fmla="*/ 0 h 253"/>
                  <a:gd name="T4" fmla="*/ 254 w 1088"/>
                  <a:gd name="T5" fmla="*/ 0 h 253"/>
                  <a:gd name="T6" fmla="*/ 0 w 1088"/>
                  <a:gd name="T7" fmla="*/ 252 h 253"/>
                  <a:gd name="T8" fmla="*/ 834 w 1088"/>
                  <a:gd name="T9" fmla="*/ 252 h 2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8"/>
                  <a:gd name="T16" fmla="*/ 0 h 253"/>
                  <a:gd name="T17" fmla="*/ 1088 w 1088"/>
                  <a:gd name="T18" fmla="*/ 253 h 25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8" h="253">
                    <a:moveTo>
                      <a:pt x="834" y="252"/>
                    </a:moveTo>
                    <a:lnTo>
                      <a:pt x="1087" y="0"/>
                    </a:lnTo>
                    <a:lnTo>
                      <a:pt x="254" y="0"/>
                    </a:lnTo>
                    <a:lnTo>
                      <a:pt x="0" y="252"/>
                    </a:lnTo>
                    <a:lnTo>
                      <a:pt x="834" y="252"/>
                    </a:lnTo>
                  </a:path>
                </a:pathLst>
              </a:custGeom>
              <a:solidFill>
                <a:srgbClr val="0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800" name="Freeform 58">
                <a:extLst>
                  <a:ext uri="{FF2B5EF4-FFF2-40B4-BE49-F238E27FC236}">
                    <a16:creationId xmlns:a16="http://schemas.microsoft.com/office/drawing/2014/main" id="{C7AF06BB-D5D1-36FE-107A-B768C70F27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081"/>
                <a:ext cx="1088" cy="253"/>
              </a:xfrm>
              <a:custGeom>
                <a:avLst/>
                <a:gdLst>
                  <a:gd name="T0" fmla="*/ 833 w 1088"/>
                  <a:gd name="T1" fmla="*/ 252 h 253"/>
                  <a:gd name="T2" fmla="*/ 1087 w 1088"/>
                  <a:gd name="T3" fmla="*/ 0 h 253"/>
                  <a:gd name="T4" fmla="*/ 254 w 1088"/>
                  <a:gd name="T5" fmla="*/ 0 h 253"/>
                  <a:gd name="T6" fmla="*/ 0 w 1088"/>
                  <a:gd name="T7" fmla="*/ 252 h 253"/>
                  <a:gd name="T8" fmla="*/ 833 w 1088"/>
                  <a:gd name="T9" fmla="*/ 252 h 2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8"/>
                  <a:gd name="T16" fmla="*/ 0 h 253"/>
                  <a:gd name="T17" fmla="*/ 1088 w 1088"/>
                  <a:gd name="T18" fmla="*/ 253 h 25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8" h="253">
                    <a:moveTo>
                      <a:pt x="833" y="252"/>
                    </a:moveTo>
                    <a:lnTo>
                      <a:pt x="1087" y="0"/>
                    </a:lnTo>
                    <a:lnTo>
                      <a:pt x="254" y="0"/>
                    </a:lnTo>
                    <a:lnTo>
                      <a:pt x="0" y="252"/>
                    </a:lnTo>
                    <a:lnTo>
                      <a:pt x="833" y="252"/>
                    </a:lnTo>
                  </a:path>
                </a:pathLst>
              </a:custGeom>
              <a:solidFill>
                <a:srgbClr val="00B4FF"/>
              </a:solidFill>
              <a:ln w="12700" cap="rnd">
                <a:solidFill>
                  <a:srgbClr val="AAE6FF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31801" name="Group 59">
                <a:extLst>
                  <a:ext uri="{FF2B5EF4-FFF2-40B4-BE49-F238E27FC236}">
                    <a16:creationId xmlns:a16="http://schemas.microsoft.com/office/drawing/2014/main" id="{ACAC677B-F780-100E-EDE1-FE89AF8B0A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1" y="3086"/>
                <a:ext cx="835" cy="220"/>
                <a:chOff x="4697" y="3062"/>
                <a:chExt cx="835" cy="220"/>
              </a:xfrm>
            </p:grpSpPr>
            <p:sp>
              <p:nvSpPr>
                <p:cNvPr id="31811" name="Freeform 60">
                  <a:extLst>
                    <a:ext uri="{FF2B5EF4-FFF2-40B4-BE49-F238E27FC236}">
                      <a16:creationId xmlns:a16="http://schemas.microsoft.com/office/drawing/2014/main" id="{3C42414D-D162-7966-2CA4-A51BC99CB9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1" y="3166"/>
                  <a:ext cx="357" cy="86"/>
                </a:xfrm>
                <a:custGeom>
                  <a:avLst/>
                  <a:gdLst>
                    <a:gd name="T0" fmla="*/ 30 w 357"/>
                    <a:gd name="T1" fmla="*/ 19 h 86"/>
                    <a:gd name="T2" fmla="*/ 0 w 357"/>
                    <a:gd name="T3" fmla="*/ 49 h 86"/>
                    <a:gd name="T4" fmla="*/ 218 w 357"/>
                    <a:gd name="T5" fmla="*/ 49 h 86"/>
                    <a:gd name="T6" fmla="*/ 180 w 357"/>
                    <a:gd name="T7" fmla="*/ 85 h 86"/>
                    <a:gd name="T8" fmla="*/ 356 w 357"/>
                    <a:gd name="T9" fmla="*/ 36 h 86"/>
                    <a:gd name="T10" fmla="*/ 263 w 357"/>
                    <a:gd name="T11" fmla="*/ 0 h 86"/>
                    <a:gd name="T12" fmla="*/ 244 w 357"/>
                    <a:gd name="T13" fmla="*/ 19 h 86"/>
                    <a:gd name="T14" fmla="*/ 30 w 357"/>
                    <a:gd name="T15" fmla="*/ 19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6"/>
                    <a:gd name="T26" fmla="*/ 357 w 357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6">
                      <a:moveTo>
                        <a:pt x="30" y="19"/>
                      </a:moveTo>
                      <a:lnTo>
                        <a:pt x="0" y="49"/>
                      </a:lnTo>
                      <a:lnTo>
                        <a:pt x="218" y="49"/>
                      </a:lnTo>
                      <a:lnTo>
                        <a:pt x="180" y="85"/>
                      </a:lnTo>
                      <a:lnTo>
                        <a:pt x="356" y="36"/>
                      </a:lnTo>
                      <a:lnTo>
                        <a:pt x="263" y="0"/>
                      </a:lnTo>
                      <a:lnTo>
                        <a:pt x="244" y="19"/>
                      </a:lnTo>
                      <a:lnTo>
                        <a:pt x="30" y="19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12" name="Freeform 61">
                  <a:extLst>
                    <a:ext uri="{FF2B5EF4-FFF2-40B4-BE49-F238E27FC236}">
                      <a16:creationId xmlns:a16="http://schemas.microsoft.com/office/drawing/2014/main" id="{3DB0D60E-02D1-4124-C922-90DB629752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1" y="3166"/>
                  <a:ext cx="357" cy="86"/>
                </a:xfrm>
                <a:custGeom>
                  <a:avLst/>
                  <a:gdLst>
                    <a:gd name="T0" fmla="*/ 30 w 357"/>
                    <a:gd name="T1" fmla="*/ 19 h 86"/>
                    <a:gd name="T2" fmla="*/ 0 w 357"/>
                    <a:gd name="T3" fmla="*/ 49 h 86"/>
                    <a:gd name="T4" fmla="*/ 218 w 357"/>
                    <a:gd name="T5" fmla="*/ 49 h 86"/>
                    <a:gd name="T6" fmla="*/ 180 w 357"/>
                    <a:gd name="T7" fmla="*/ 85 h 86"/>
                    <a:gd name="T8" fmla="*/ 356 w 357"/>
                    <a:gd name="T9" fmla="*/ 36 h 86"/>
                    <a:gd name="T10" fmla="*/ 263 w 357"/>
                    <a:gd name="T11" fmla="*/ 0 h 86"/>
                    <a:gd name="T12" fmla="*/ 244 w 357"/>
                    <a:gd name="T13" fmla="*/ 19 h 86"/>
                    <a:gd name="T14" fmla="*/ 30 w 357"/>
                    <a:gd name="T15" fmla="*/ 19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6"/>
                    <a:gd name="T26" fmla="*/ 357 w 357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6">
                      <a:moveTo>
                        <a:pt x="30" y="19"/>
                      </a:moveTo>
                      <a:lnTo>
                        <a:pt x="0" y="49"/>
                      </a:lnTo>
                      <a:lnTo>
                        <a:pt x="218" y="49"/>
                      </a:lnTo>
                      <a:lnTo>
                        <a:pt x="180" y="85"/>
                      </a:lnTo>
                      <a:lnTo>
                        <a:pt x="356" y="36"/>
                      </a:lnTo>
                      <a:lnTo>
                        <a:pt x="263" y="0"/>
                      </a:lnTo>
                      <a:lnTo>
                        <a:pt x="244" y="19"/>
                      </a:lnTo>
                      <a:lnTo>
                        <a:pt x="30" y="19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13" name="Freeform 62">
                  <a:extLst>
                    <a:ext uri="{FF2B5EF4-FFF2-40B4-BE49-F238E27FC236}">
                      <a16:creationId xmlns:a16="http://schemas.microsoft.com/office/drawing/2014/main" id="{0E833361-028A-6B96-85D4-DD2103F33D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75" y="3062"/>
                  <a:ext cx="357" cy="86"/>
                </a:xfrm>
                <a:custGeom>
                  <a:avLst/>
                  <a:gdLst>
                    <a:gd name="T0" fmla="*/ 30 w 357"/>
                    <a:gd name="T1" fmla="*/ 19 h 86"/>
                    <a:gd name="T2" fmla="*/ 0 w 357"/>
                    <a:gd name="T3" fmla="*/ 49 h 86"/>
                    <a:gd name="T4" fmla="*/ 218 w 357"/>
                    <a:gd name="T5" fmla="*/ 49 h 86"/>
                    <a:gd name="T6" fmla="*/ 180 w 357"/>
                    <a:gd name="T7" fmla="*/ 85 h 86"/>
                    <a:gd name="T8" fmla="*/ 356 w 357"/>
                    <a:gd name="T9" fmla="*/ 36 h 86"/>
                    <a:gd name="T10" fmla="*/ 263 w 357"/>
                    <a:gd name="T11" fmla="*/ 0 h 86"/>
                    <a:gd name="T12" fmla="*/ 244 w 357"/>
                    <a:gd name="T13" fmla="*/ 19 h 86"/>
                    <a:gd name="T14" fmla="*/ 30 w 357"/>
                    <a:gd name="T15" fmla="*/ 19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6"/>
                    <a:gd name="T26" fmla="*/ 357 w 357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6">
                      <a:moveTo>
                        <a:pt x="30" y="19"/>
                      </a:moveTo>
                      <a:lnTo>
                        <a:pt x="0" y="49"/>
                      </a:lnTo>
                      <a:lnTo>
                        <a:pt x="218" y="49"/>
                      </a:lnTo>
                      <a:lnTo>
                        <a:pt x="180" y="85"/>
                      </a:lnTo>
                      <a:lnTo>
                        <a:pt x="356" y="36"/>
                      </a:lnTo>
                      <a:lnTo>
                        <a:pt x="263" y="0"/>
                      </a:lnTo>
                      <a:lnTo>
                        <a:pt x="244" y="19"/>
                      </a:lnTo>
                      <a:lnTo>
                        <a:pt x="30" y="19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14" name="Freeform 63">
                  <a:extLst>
                    <a:ext uri="{FF2B5EF4-FFF2-40B4-BE49-F238E27FC236}">
                      <a16:creationId xmlns:a16="http://schemas.microsoft.com/office/drawing/2014/main" id="{EAE24D63-3FF6-6046-4379-55EAC587FE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75" y="3062"/>
                  <a:ext cx="357" cy="86"/>
                </a:xfrm>
                <a:custGeom>
                  <a:avLst/>
                  <a:gdLst>
                    <a:gd name="T0" fmla="*/ 30 w 357"/>
                    <a:gd name="T1" fmla="*/ 19 h 86"/>
                    <a:gd name="T2" fmla="*/ 0 w 357"/>
                    <a:gd name="T3" fmla="*/ 49 h 86"/>
                    <a:gd name="T4" fmla="*/ 218 w 357"/>
                    <a:gd name="T5" fmla="*/ 49 h 86"/>
                    <a:gd name="T6" fmla="*/ 180 w 357"/>
                    <a:gd name="T7" fmla="*/ 85 h 86"/>
                    <a:gd name="T8" fmla="*/ 356 w 357"/>
                    <a:gd name="T9" fmla="*/ 36 h 86"/>
                    <a:gd name="T10" fmla="*/ 263 w 357"/>
                    <a:gd name="T11" fmla="*/ 0 h 86"/>
                    <a:gd name="T12" fmla="*/ 244 w 357"/>
                    <a:gd name="T13" fmla="*/ 19 h 86"/>
                    <a:gd name="T14" fmla="*/ 30 w 357"/>
                    <a:gd name="T15" fmla="*/ 19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6"/>
                    <a:gd name="T26" fmla="*/ 357 w 357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6">
                      <a:moveTo>
                        <a:pt x="30" y="19"/>
                      </a:moveTo>
                      <a:lnTo>
                        <a:pt x="0" y="49"/>
                      </a:lnTo>
                      <a:lnTo>
                        <a:pt x="218" y="49"/>
                      </a:lnTo>
                      <a:lnTo>
                        <a:pt x="180" y="85"/>
                      </a:lnTo>
                      <a:lnTo>
                        <a:pt x="356" y="36"/>
                      </a:lnTo>
                      <a:lnTo>
                        <a:pt x="263" y="0"/>
                      </a:lnTo>
                      <a:lnTo>
                        <a:pt x="244" y="19"/>
                      </a:lnTo>
                      <a:lnTo>
                        <a:pt x="30" y="19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15" name="Freeform 64">
                  <a:extLst>
                    <a:ext uri="{FF2B5EF4-FFF2-40B4-BE49-F238E27FC236}">
                      <a16:creationId xmlns:a16="http://schemas.microsoft.com/office/drawing/2014/main" id="{44D78BF1-783A-97AF-2A9B-C89EF0CFE7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7" y="3196"/>
                  <a:ext cx="358" cy="86"/>
                </a:xfrm>
                <a:custGeom>
                  <a:avLst/>
                  <a:gdLst>
                    <a:gd name="T0" fmla="*/ 326 w 358"/>
                    <a:gd name="T1" fmla="*/ 66 h 86"/>
                    <a:gd name="T2" fmla="*/ 357 w 358"/>
                    <a:gd name="T3" fmla="*/ 36 h 86"/>
                    <a:gd name="T4" fmla="*/ 141 w 358"/>
                    <a:gd name="T5" fmla="*/ 36 h 86"/>
                    <a:gd name="T6" fmla="*/ 177 w 358"/>
                    <a:gd name="T7" fmla="*/ 0 h 86"/>
                    <a:gd name="T8" fmla="*/ 0 w 358"/>
                    <a:gd name="T9" fmla="*/ 49 h 86"/>
                    <a:gd name="T10" fmla="*/ 93 w 358"/>
                    <a:gd name="T11" fmla="*/ 85 h 86"/>
                    <a:gd name="T12" fmla="*/ 114 w 358"/>
                    <a:gd name="T13" fmla="*/ 66 h 86"/>
                    <a:gd name="T14" fmla="*/ 326 w 358"/>
                    <a:gd name="T15" fmla="*/ 66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8"/>
                    <a:gd name="T25" fmla="*/ 0 h 86"/>
                    <a:gd name="T26" fmla="*/ 358 w 358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8" h="86">
                      <a:moveTo>
                        <a:pt x="326" y="66"/>
                      </a:moveTo>
                      <a:lnTo>
                        <a:pt x="357" y="36"/>
                      </a:lnTo>
                      <a:lnTo>
                        <a:pt x="141" y="36"/>
                      </a:lnTo>
                      <a:lnTo>
                        <a:pt x="177" y="0"/>
                      </a:lnTo>
                      <a:lnTo>
                        <a:pt x="0" y="49"/>
                      </a:lnTo>
                      <a:lnTo>
                        <a:pt x="93" y="85"/>
                      </a:lnTo>
                      <a:lnTo>
                        <a:pt x="114" y="66"/>
                      </a:lnTo>
                      <a:lnTo>
                        <a:pt x="326" y="66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16" name="Freeform 65">
                  <a:extLst>
                    <a:ext uri="{FF2B5EF4-FFF2-40B4-BE49-F238E27FC236}">
                      <a16:creationId xmlns:a16="http://schemas.microsoft.com/office/drawing/2014/main" id="{7A1D000D-66A5-C6AB-4A14-A1946CAD0C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7" y="3196"/>
                  <a:ext cx="358" cy="86"/>
                </a:xfrm>
                <a:custGeom>
                  <a:avLst/>
                  <a:gdLst>
                    <a:gd name="T0" fmla="*/ 326 w 358"/>
                    <a:gd name="T1" fmla="*/ 66 h 86"/>
                    <a:gd name="T2" fmla="*/ 357 w 358"/>
                    <a:gd name="T3" fmla="*/ 36 h 86"/>
                    <a:gd name="T4" fmla="*/ 141 w 358"/>
                    <a:gd name="T5" fmla="*/ 36 h 86"/>
                    <a:gd name="T6" fmla="*/ 177 w 358"/>
                    <a:gd name="T7" fmla="*/ 0 h 86"/>
                    <a:gd name="T8" fmla="*/ 0 w 358"/>
                    <a:gd name="T9" fmla="*/ 49 h 86"/>
                    <a:gd name="T10" fmla="*/ 93 w 358"/>
                    <a:gd name="T11" fmla="*/ 85 h 86"/>
                    <a:gd name="T12" fmla="*/ 114 w 358"/>
                    <a:gd name="T13" fmla="*/ 66 h 86"/>
                    <a:gd name="T14" fmla="*/ 326 w 358"/>
                    <a:gd name="T15" fmla="*/ 66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8"/>
                    <a:gd name="T25" fmla="*/ 0 h 86"/>
                    <a:gd name="T26" fmla="*/ 358 w 358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8" h="86">
                      <a:moveTo>
                        <a:pt x="326" y="66"/>
                      </a:moveTo>
                      <a:lnTo>
                        <a:pt x="357" y="36"/>
                      </a:lnTo>
                      <a:lnTo>
                        <a:pt x="141" y="36"/>
                      </a:lnTo>
                      <a:lnTo>
                        <a:pt x="177" y="0"/>
                      </a:lnTo>
                      <a:lnTo>
                        <a:pt x="0" y="49"/>
                      </a:lnTo>
                      <a:lnTo>
                        <a:pt x="93" y="85"/>
                      </a:lnTo>
                      <a:lnTo>
                        <a:pt x="114" y="66"/>
                      </a:lnTo>
                      <a:lnTo>
                        <a:pt x="326" y="66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17" name="Freeform 66">
                  <a:extLst>
                    <a:ext uri="{FF2B5EF4-FFF2-40B4-BE49-F238E27FC236}">
                      <a16:creationId xmlns:a16="http://schemas.microsoft.com/office/drawing/2014/main" id="{BA433EA6-DF09-9D55-FF82-B4EDFEB0F1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2" y="3093"/>
                  <a:ext cx="357" cy="85"/>
                </a:xfrm>
                <a:custGeom>
                  <a:avLst/>
                  <a:gdLst>
                    <a:gd name="T0" fmla="*/ 326 w 357"/>
                    <a:gd name="T1" fmla="*/ 65 h 85"/>
                    <a:gd name="T2" fmla="*/ 356 w 357"/>
                    <a:gd name="T3" fmla="*/ 35 h 85"/>
                    <a:gd name="T4" fmla="*/ 140 w 357"/>
                    <a:gd name="T5" fmla="*/ 35 h 85"/>
                    <a:gd name="T6" fmla="*/ 176 w 357"/>
                    <a:gd name="T7" fmla="*/ 0 h 85"/>
                    <a:gd name="T8" fmla="*/ 0 w 357"/>
                    <a:gd name="T9" fmla="*/ 49 h 85"/>
                    <a:gd name="T10" fmla="*/ 92 w 357"/>
                    <a:gd name="T11" fmla="*/ 84 h 85"/>
                    <a:gd name="T12" fmla="*/ 113 w 357"/>
                    <a:gd name="T13" fmla="*/ 65 h 85"/>
                    <a:gd name="T14" fmla="*/ 326 w 357"/>
                    <a:gd name="T15" fmla="*/ 65 h 8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5"/>
                    <a:gd name="T26" fmla="*/ 357 w 357"/>
                    <a:gd name="T27" fmla="*/ 85 h 8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5">
                      <a:moveTo>
                        <a:pt x="326" y="65"/>
                      </a:moveTo>
                      <a:lnTo>
                        <a:pt x="356" y="35"/>
                      </a:lnTo>
                      <a:lnTo>
                        <a:pt x="140" y="35"/>
                      </a:lnTo>
                      <a:lnTo>
                        <a:pt x="176" y="0"/>
                      </a:lnTo>
                      <a:lnTo>
                        <a:pt x="0" y="49"/>
                      </a:lnTo>
                      <a:lnTo>
                        <a:pt x="92" y="84"/>
                      </a:lnTo>
                      <a:lnTo>
                        <a:pt x="113" y="65"/>
                      </a:lnTo>
                      <a:lnTo>
                        <a:pt x="326" y="65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18" name="Freeform 67">
                  <a:extLst>
                    <a:ext uri="{FF2B5EF4-FFF2-40B4-BE49-F238E27FC236}">
                      <a16:creationId xmlns:a16="http://schemas.microsoft.com/office/drawing/2014/main" id="{3E0297E1-76DA-C6BD-F99F-DC7C52C9ED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2" y="3093"/>
                  <a:ext cx="357" cy="85"/>
                </a:xfrm>
                <a:custGeom>
                  <a:avLst/>
                  <a:gdLst>
                    <a:gd name="T0" fmla="*/ 326 w 357"/>
                    <a:gd name="T1" fmla="*/ 65 h 85"/>
                    <a:gd name="T2" fmla="*/ 356 w 357"/>
                    <a:gd name="T3" fmla="*/ 35 h 85"/>
                    <a:gd name="T4" fmla="*/ 140 w 357"/>
                    <a:gd name="T5" fmla="*/ 35 h 85"/>
                    <a:gd name="T6" fmla="*/ 176 w 357"/>
                    <a:gd name="T7" fmla="*/ 0 h 85"/>
                    <a:gd name="T8" fmla="*/ 0 w 357"/>
                    <a:gd name="T9" fmla="*/ 49 h 85"/>
                    <a:gd name="T10" fmla="*/ 92 w 357"/>
                    <a:gd name="T11" fmla="*/ 84 h 85"/>
                    <a:gd name="T12" fmla="*/ 113 w 357"/>
                    <a:gd name="T13" fmla="*/ 65 h 85"/>
                    <a:gd name="T14" fmla="*/ 326 w 357"/>
                    <a:gd name="T15" fmla="*/ 65 h 8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5"/>
                    <a:gd name="T26" fmla="*/ 357 w 357"/>
                    <a:gd name="T27" fmla="*/ 85 h 8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5">
                      <a:moveTo>
                        <a:pt x="326" y="65"/>
                      </a:moveTo>
                      <a:lnTo>
                        <a:pt x="356" y="35"/>
                      </a:lnTo>
                      <a:lnTo>
                        <a:pt x="140" y="35"/>
                      </a:lnTo>
                      <a:lnTo>
                        <a:pt x="176" y="0"/>
                      </a:lnTo>
                      <a:lnTo>
                        <a:pt x="0" y="49"/>
                      </a:lnTo>
                      <a:lnTo>
                        <a:pt x="92" y="84"/>
                      </a:lnTo>
                      <a:lnTo>
                        <a:pt x="113" y="65"/>
                      </a:lnTo>
                      <a:lnTo>
                        <a:pt x="326" y="65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31802" name="Group 68">
                <a:extLst>
                  <a:ext uri="{FF2B5EF4-FFF2-40B4-BE49-F238E27FC236}">
                    <a16:creationId xmlns:a16="http://schemas.microsoft.com/office/drawing/2014/main" id="{8E63F5DE-0619-7F8F-1E22-339A5E6D9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9" y="3094"/>
                <a:ext cx="835" cy="219"/>
                <a:chOff x="4705" y="3070"/>
                <a:chExt cx="835" cy="219"/>
              </a:xfrm>
            </p:grpSpPr>
            <p:sp>
              <p:nvSpPr>
                <p:cNvPr id="31803" name="Freeform 69">
                  <a:extLst>
                    <a:ext uri="{FF2B5EF4-FFF2-40B4-BE49-F238E27FC236}">
                      <a16:creationId xmlns:a16="http://schemas.microsoft.com/office/drawing/2014/main" id="{EB4FC90F-2EE0-6EB4-51C3-8095B790D6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8" y="3174"/>
                  <a:ext cx="357" cy="85"/>
                </a:xfrm>
                <a:custGeom>
                  <a:avLst/>
                  <a:gdLst>
                    <a:gd name="T0" fmla="*/ 31 w 357"/>
                    <a:gd name="T1" fmla="*/ 18 h 85"/>
                    <a:gd name="T2" fmla="*/ 0 w 357"/>
                    <a:gd name="T3" fmla="*/ 48 h 85"/>
                    <a:gd name="T4" fmla="*/ 218 w 357"/>
                    <a:gd name="T5" fmla="*/ 48 h 85"/>
                    <a:gd name="T6" fmla="*/ 180 w 357"/>
                    <a:gd name="T7" fmla="*/ 84 h 85"/>
                    <a:gd name="T8" fmla="*/ 356 w 357"/>
                    <a:gd name="T9" fmla="*/ 35 h 85"/>
                    <a:gd name="T10" fmla="*/ 264 w 357"/>
                    <a:gd name="T11" fmla="*/ 0 h 85"/>
                    <a:gd name="T12" fmla="*/ 245 w 357"/>
                    <a:gd name="T13" fmla="*/ 18 h 85"/>
                    <a:gd name="T14" fmla="*/ 31 w 357"/>
                    <a:gd name="T15" fmla="*/ 18 h 8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5"/>
                    <a:gd name="T26" fmla="*/ 357 w 357"/>
                    <a:gd name="T27" fmla="*/ 85 h 8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5">
                      <a:moveTo>
                        <a:pt x="31" y="18"/>
                      </a:moveTo>
                      <a:lnTo>
                        <a:pt x="0" y="48"/>
                      </a:lnTo>
                      <a:lnTo>
                        <a:pt x="218" y="48"/>
                      </a:lnTo>
                      <a:lnTo>
                        <a:pt x="180" y="84"/>
                      </a:lnTo>
                      <a:lnTo>
                        <a:pt x="356" y="35"/>
                      </a:lnTo>
                      <a:lnTo>
                        <a:pt x="264" y="0"/>
                      </a:lnTo>
                      <a:lnTo>
                        <a:pt x="245" y="18"/>
                      </a:lnTo>
                      <a:lnTo>
                        <a:pt x="31" y="1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04" name="Freeform 70">
                  <a:extLst>
                    <a:ext uri="{FF2B5EF4-FFF2-40B4-BE49-F238E27FC236}">
                      <a16:creationId xmlns:a16="http://schemas.microsoft.com/office/drawing/2014/main" id="{2C5E4082-CABE-B830-C46E-233802AC2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8" y="3174"/>
                  <a:ext cx="357" cy="85"/>
                </a:xfrm>
                <a:custGeom>
                  <a:avLst/>
                  <a:gdLst>
                    <a:gd name="T0" fmla="*/ 31 w 357"/>
                    <a:gd name="T1" fmla="*/ 18 h 85"/>
                    <a:gd name="T2" fmla="*/ 0 w 357"/>
                    <a:gd name="T3" fmla="*/ 48 h 85"/>
                    <a:gd name="T4" fmla="*/ 218 w 357"/>
                    <a:gd name="T5" fmla="*/ 48 h 85"/>
                    <a:gd name="T6" fmla="*/ 180 w 357"/>
                    <a:gd name="T7" fmla="*/ 84 h 85"/>
                    <a:gd name="T8" fmla="*/ 356 w 357"/>
                    <a:gd name="T9" fmla="*/ 35 h 85"/>
                    <a:gd name="T10" fmla="*/ 264 w 357"/>
                    <a:gd name="T11" fmla="*/ 0 h 85"/>
                    <a:gd name="T12" fmla="*/ 245 w 357"/>
                    <a:gd name="T13" fmla="*/ 18 h 85"/>
                    <a:gd name="T14" fmla="*/ 31 w 357"/>
                    <a:gd name="T15" fmla="*/ 18 h 8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5"/>
                    <a:gd name="T26" fmla="*/ 357 w 357"/>
                    <a:gd name="T27" fmla="*/ 85 h 8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5">
                      <a:moveTo>
                        <a:pt x="31" y="18"/>
                      </a:moveTo>
                      <a:lnTo>
                        <a:pt x="0" y="48"/>
                      </a:lnTo>
                      <a:lnTo>
                        <a:pt x="218" y="48"/>
                      </a:lnTo>
                      <a:lnTo>
                        <a:pt x="180" y="84"/>
                      </a:lnTo>
                      <a:lnTo>
                        <a:pt x="356" y="35"/>
                      </a:lnTo>
                      <a:lnTo>
                        <a:pt x="264" y="0"/>
                      </a:lnTo>
                      <a:lnTo>
                        <a:pt x="245" y="18"/>
                      </a:lnTo>
                      <a:lnTo>
                        <a:pt x="31" y="18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05" name="Freeform 71">
                  <a:extLst>
                    <a:ext uri="{FF2B5EF4-FFF2-40B4-BE49-F238E27FC236}">
                      <a16:creationId xmlns:a16="http://schemas.microsoft.com/office/drawing/2014/main" id="{42FDE0A8-386C-DA2A-6F35-86EDB33700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2" y="3070"/>
                  <a:ext cx="358" cy="86"/>
                </a:xfrm>
                <a:custGeom>
                  <a:avLst/>
                  <a:gdLst>
                    <a:gd name="T0" fmla="*/ 31 w 358"/>
                    <a:gd name="T1" fmla="*/ 19 h 86"/>
                    <a:gd name="T2" fmla="*/ 0 w 358"/>
                    <a:gd name="T3" fmla="*/ 49 h 86"/>
                    <a:gd name="T4" fmla="*/ 218 w 358"/>
                    <a:gd name="T5" fmla="*/ 49 h 86"/>
                    <a:gd name="T6" fmla="*/ 180 w 358"/>
                    <a:gd name="T7" fmla="*/ 85 h 86"/>
                    <a:gd name="T8" fmla="*/ 357 w 358"/>
                    <a:gd name="T9" fmla="*/ 36 h 86"/>
                    <a:gd name="T10" fmla="*/ 264 w 358"/>
                    <a:gd name="T11" fmla="*/ 0 h 86"/>
                    <a:gd name="T12" fmla="*/ 245 w 358"/>
                    <a:gd name="T13" fmla="*/ 19 h 86"/>
                    <a:gd name="T14" fmla="*/ 31 w 358"/>
                    <a:gd name="T15" fmla="*/ 19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8"/>
                    <a:gd name="T25" fmla="*/ 0 h 86"/>
                    <a:gd name="T26" fmla="*/ 358 w 358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8" h="86">
                      <a:moveTo>
                        <a:pt x="31" y="19"/>
                      </a:moveTo>
                      <a:lnTo>
                        <a:pt x="0" y="49"/>
                      </a:lnTo>
                      <a:lnTo>
                        <a:pt x="218" y="49"/>
                      </a:lnTo>
                      <a:lnTo>
                        <a:pt x="180" y="85"/>
                      </a:lnTo>
                      <a:lnTo>
                        <a:pt x="357" y="36"/>
                      </a:lnTo>
                      <a:lnTo>
                        <a:pt x="264" y="0"/>
                      </a:lnTo>
                      <a:lnTo>
                        <a:pt x="245" y="19"/>
                      </a:lnTo>
                      <a:lnTo>
                        <a:pt x="31" y="1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06" name="Freeform 72">
                  <a:extLst>
                    <a:ext uri="{FF2B5EF4-FFF2-40B4-BE49-F238E27FC236}">
                      <a16:creationId xmlns:a16="http://schemas.microsoft.com/office/drawing/2014/main" id="{598B412C-EEA5-BCDC-8B98-67B643067E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82" y="3070"/>
                  <a:ext cx="358" cy="86"/>
                </a:xfrm>
                <a:custGeom>
                  <a:avLst/>
                  <a:gdLst>
                    <a:gd name="T0" fmla="*/ 31 w 358"/>
                    <a:gd name="T1" fmla="*/ 19 h 86"/>
                    <a:gd name="T2" fmla="*/ 0 w 358"/>
                    <a:gd name="T3" fmla="*/ 49 h 86"/>
                    <a:gd name="T4" fmla="*/ 218 w 358"/>
                    <a:gd name="T5" fmla="*/ 49 h 86"/>
                    <a:gd name="T6" fmla="*/ 180 w 358"/>
                    <a:gd name="T7" fmla="*/ 85 h 86"/>
                    <a:gd name="T8" fmla="*/ 357 w 358"/>
                    <a:gd name="T9" fmla="*/ 36 h 86"/>
                    <a:gd name="T10" fmla="*/ 264 w 358"/>
                    <a:gd name="T11" fmla="*/ 0 h 86"/>
                    <a:gd name="T12" fmla="*/ 245 w 358"/>
                    <a:gd name="T13" fmla="*/ 19 h 86"/>
                    <a:gd name="T14" fmla="*/ 31 w 358"/>
                    <a:gd name="T15" fmla="*/ 19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8"/>
                    <a:gd name="T25" fmla="*/ 0 h 86"/>
                    <a:gd name="T26" fmla="*/ 358 w 358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8" h="86">
                      <a:moveTo>
                        <a:pt x="31" y="19"/>
                      </a:moveTo>
                      <a:lnTo>
                        <a:pt x="0" y="49"/>
                      </a:lnTo>
                      <a:lnTo>
                        <a:pt x="218" y="49"/>
                      </a:lnTo>
                      <a:lnTo>
                        <a:pt x="180" y="85"/>
                      </a:lnTo>
                      <a:lnTo>
                        <a:pt x="357" y="36"/>
                      </a:lnTo>
                      <a:lnTo>
                        <a:pt x="264" y="0"/>
                      </a:lnTo>
                      <a:lnTo>
                        <a:pt x="245" y="19"/>
                      </a:lnTo>
                      <a:lnTo>
                        <a:pt x="31" y="19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07" name="Freeform 73">
                  <a:extLst>
                    <a:ext uri="{FF2B5EF4-FFF2-40B4-BE49-F238E27FC236}">
                      <a16:creationId xmlns:a16="http://schemas.microsoft.com/office/drawing/2014/main" id="{42FAEE34-3773-B61C-27B5-F6F14473C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5" y="3204"/>
                  <a:ext cx="357" cy="85"/>
                </a:xfrm>
                <a:custGeom>
                  <a:avLst/>
                  <a:gdLst>
                    <a:gd name="T0" fmla="*/ 326 w 357"/>
                    <a:gd name="T1" fmla="*/ 66 h 85"/>
                    <a:gd name="T2" fmla="*/ 356 w 357"/>
                    <a:gd name="T3" fmla="*/ 35 h 85"/>
                    <a:gd name="T4" fmla="*/ 140 w 357"/>
                    <a:gd name="T5" fmla="*/ 35 h 85"/>
                    <a:gd name="T6" fmla="*/ 176 w 357"/>
                    <a:gd name="T7" fmla="*/ 0 h 85"/>
                    <a:gd name="T8" fmla="*/ 0 w 357"/>
                    <a:gd name="T9" fmla="*/ 49 h 85"/>
                    <a:gd name="T10" fmla="*/ 93 w 357"/>
                    <a:gd name="T11" fmla="*/ 84 h 85"/>
                    <a:gd name="T12" fmla="*/ 114 w 357"/>
                    <a:gd name="T13" fmla="*/ 66 h 85"/>
                    <a:gd name="T14" fmla="*/ 326 w 357"/>
                    <a:gd name="T15" fmla="*/ 66 h 8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5"/>
                    <a:gd name="T26" fmla="*/ 357 w 357"/>
                    <a:gd name="T27" fmla="*/ 85 h 8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5">
                      <a:moveTo>
                        <a:pt x="326" y="66"/>
                      </a:moveTo>
                      <a:lnTo>
                        <a:pt x="356" y="35"/>
                      </a:lnTo>
                      <a:lnTo>
                        <a:pt x="140" y="35"/>
                      </a:lnTo>
                      <a:lnTo>
                        <a:pt x="176" y="0"/>
                      </a:lnTo>
                      <a:lnTo>
                        <a:pt x="0" y="49"/>
                      </a:lnTo>
                      <a:lnTo>
                        <a:pt x="93" y="84"/>
                      </a:lnTo>
                      <a:lnTo>
                        <a:pt x="114" y="66"/>
                      </a:lnTo>
                      <a:lnTo>
                        <a:pt x="326" y="66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08" name="Freeform 74">
                  <a:extLst>
                    <a:ext uri="{FF2B5EF4-FFF2-40B4-BE49-F238E27FC236}">
                      <a16:creationId xmlns:a16="http://schemas.microsoft.com/office/drawing/2014/main" id="{D58F226A-707B-8353-1D1C-C28A4FF28C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5" y="3204"/>
                  <a:ext cx="357" cy="85"/>
                </a:xfrm>
                <a:custGeom>
                  <a:avLst/>
                  <a:gdLst>
                    <a:gd name="T0" fmla="*/ 326 w 357"/>
                    <a:gd name="T1" fmla="*/ 66 h 85"/>
                    <a:gd name="T2" fmla="*/ 356 w 357"/>
                    <a:gd name="T3" fmla="*/ 35 h 85"/>
                    <a:gd name="T4" fmla="*/ 140 w 357"/>
                    <a:gd name="T5" fmla="*/ 35 h 85"/>
                    <a:gd name="T6" fmla="*/ 176 w 357"/>
                    <a:gd name="T7" fmla="*/ 0 h 85"/>
                    <a:gd name="T8" fmla="*/ 0 w 357"/>
                    <a:gd name="T9" fmla="*/ 49 h 85"/>
                    <a:gd name="T10" fmla="*/ 93 w 357"/>
                    <a:gd name="T11" fmla="*/ 84 h 85"/>
                    <a:gd name="T12" fmla="*/ 114 w 357"/>
                    <a:gd name="T13" fmla="*/ 66 h 85"/>
                    <a:gd name="T14" fmla="*/ 326 w 357"/>
                    <a:gd name="T15" fmla="*/ 66 h 8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5"/>
                    <a:gd name="T26" fmla="*/ 357 w 357"/>
                    <a:gd name="T27" fmla="*/ 85 h 8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5">
                      <a:moveTo>
                        <a:pt x="326" y="66"/>
                      </a:moveTo>
                      <a:lnTo>
                        <a:pt x="356" y="35"/>
                      </a:lnTo>
                      <a:lnTo>
                        <a:pt x="140" y="35"/>
                      </a:lnTo>
                      <a:lnTo>
                        <a:pt x="176" y="0"/>
                      </a:lnTo>
                      <a:lnTo>
                        <a:pt x="0" y="49"/>
                      </a:lnTo>
                      <a:lnTo>
                        <a:pt x="93" y="84"/>
                      </a:lnTo>
                      <a:lnTo>
                        <a:pt x="114" y="66"/>
                      </a:lnTo>
                      <a:lnTo>
                        <a:pt x="326" y="66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09" name="Freeform 75">
                  <a:extLst>
                    <a:ext uri="{FF2B5EF4-FFF2-40B4-BE49-F238E27FC236}">
                      <a16:creationId xmlns:a16="http://schemas.microsoft.com/office/drawing/2014/main" id="{CC0CCCCE-B6EF-E57B-D556-9F08BEE87C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9" y="3100"/>
                  <a:ext cx="357" cy="86"/>
                </a:xfrm>
                <a:custGeom>
                  <a:avLst/>
                  <a:gdLst>
                    <a:gd name="T0" fmla="*/ 326 w 357"/>
                    <a:gd name="T1" fmla="*/ 66 h 86"/>
                    <a:gd name="T2" fmla="*/ 356 w 357"/>
                    <a:gd name="T3" fmla="*/ 36 h 86"/>
                    <a:gd name="T4" fmla="*/ 140 w 357"/>
                    <a:gd name="T5" fmla="*/ 36 h 86"/>
                    <a:gd name="T6" fmla="*/ 176 w 357"/>
                    <a:gd name="T7" fmla="*/ 0 h 86"/>
                    <a:gd name="T8" fmla="*/ 0 w 357"/>
                    <a:gd name="T9" fmla="*/ 49 h 86"/>
                    <a:gd name="T10" fmla="*/ 93 w 357"/>
                    <a:gd name="T11" fmla="*/ 85 h 86"/>
                    <a:gd name="T12" fmla="*/ 114 w 357"/>
                    <a:gd name="T13" fmla="*/ 66 h 86"/>
                    <a:gd name="T14" fmla="*/ 326 w 357"/>
                    <a:gd name="T15" fmla="*/ 66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6"/>
                    <a:gd name="T26" fmla="*/ 357 w 357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6">
                      <a:moveTo>
                        <a:pt x="326" y="66"/>
                      </a:moveTo>
                      <a:lnTo>
                        <a:pt x="356" y="36"/>
                      </a:lnTo>
                      <a:lnTo>
                        <a:pt x="140" y="36"/>
                      </a:lnTo>
                      <a:lnTo>
                        <a:pt x="176" y="0"/>
                      </a:lnTo>
                      <a:lnTo>
                        <a:pt x="0" y="49"/>
                      </a:lnTo>
                      <a:lnTo>
                        <a:pt x="93" y="85"/>
                      </a:lnTo>
                      <a:lnTo>
                        <a:pt x="114" y="66"/>
                      </a:lnTo>
                      <a:lnTo>
                        <a:pt x="326" y="66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1810" name="Freeform 76">
                  <a:extLst>
                    <a:ext uri="{FF2B5EF4-FFF2-40B4-BE49-F238E27FC236}">
                      <a16:creationId xmlns:a16="http://schemas.microsoft.com/office/drawing/2014/main" id="{3484136A-10BE-0D28-DD59-E3575563E0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9" y="3100"/>
                  <a:ext cx="357" cy="86"/>
                </a:xfrm>
                <a:custGeom>
                  <a:avLst/>
                  <a:gdLst>
                    <a:gd name="T0" fmla="*/ 326 w 357"/>
                    <a:gd name="T1" fmla="*/ 66 h 86"/>
                    <a:gd name="T2" fmla="*/ 356 w 357"/>
                    <a:gd name="T3" fmla="*/ 36 h 86"/>
                    <a:gd name="T4" fmla="*/ 140 w 357"/>
                    <a:gd name="T5" fmla="*/ 36 h 86"/>
                    <a:gd name="T6" fmla="*/ 176 w 357"/>
                    <a:gd name="T7" fmla="*/ 0 h 86"/>
                    <a:gd name="T8" fmla="*/ 0 w 357"/>
                    <a:gd name="T9" fmla="*/ 49 h 86"/>
                    <a:gd name="T10" fmla="*/ 93 w 357"/>
                    <a:gd name="T11" fmla="*/ 85 h 86"/>
                    <a:gd name="T12" fmla="*/ 114 w 357"/>
                    <a:gd name="T13" fmla="*/ 66 h 86"/>
                    <a:gd name="T14" fmla="*/ 326 w 357"/>
                    <a:gd name="T15" fmla="*/ 66 h 8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57"/>
                    <a:gd name="T25" fmla="*/ 0 h 86"/>
                    <a:gd name="T26" fmla="*/ 357 w 357"/>
                    <a:gd name="T27" fmla="*/ 86 h 8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57" h="86">
                      <a:moveTo>
                        <a:pt x="326" y="66"/>
                      </a:moveTo>
                      <a:lnTo>
                        <a:pt x="356" y="36"/>
                      </a:lnTo>
                      <a:lnTo>
                        <a:pt x="140" y="36"/>
                      </a:lnTo>
                      <a:lnTo>
                        <a:pt x="176" y="0"/>
                      </a:lnTo>
                      <a:lnTo>
                        <a:pt x="0" y="49"/>
                      </a:lnTo>
                      <a:lnTo>
                        <a:pt x="93" y="85"/>
                      </a:lnTo>
                      <a:lnTo>
                        <a:pt x="114" y="66"/>
                      </a:lnTo>
                      <a:lnTo>
                        <a:pt x="326" y="66"/>
                      </a:ln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</p:grpSp>
      <p:sp>
        <p:nvSpPr>
          <p:cNvPr id="31748" name="Rectangle 11">
            <a:extLst>
              <a:ext uri="{FF2B5EF4-FFF2-40B4-BE49-F238E27FC236}">
                <a16:creationId xmlns:a16="http://schemas.microsoft.com/office/drawing/2014/main" id="{ABAF6E31-79AD-C9EC-034A-3F1649714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5827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Data flow from Data Link Layer</a:t>
            </a:r>
          </a:p>
        </p:txBody>
      </p:sp>
      <p:sp>
        <p:nvSpPr>
          <p:cNvPr id="380940" name="Rectangle 12">
            <a:extLst>
              <a:ext uri="{FF2B5EF4-FFF2-40B4-BE49-F238E27FC236}">
                <a16:creationId xmlns:a16="http://schemas.microsoft.com/office/drawing/2014/main" id="{C4EC8E9B-B0BA-E603-FA57-6758DCF8E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2907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80941" name="Rectangle 13">
            <a:extLst>
              <a:ext uri="{FF2B5EF4-FFF2-40B4-BE49-F238E27FC236}">
                <a16:creationId xmlns:a16="http://schemas.microsoft.com/office/drawing/2014/main" id="{F10458AD-7736-19E5-21D2-23F704775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61925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80942" name="Rectangle 14">
            <a:extLst>
              <a:ext uri="{FF2B5EF4-FFF2-40B4-BE49-F238E27FC236}">
                <a16:creationId xmlns:a16="http://schemas.microsoft.com/office/drawing/2014/main" id="{3926418D-27AC-617F-9D50-5691458E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9638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80943" name="AutoShape 15">
            <a:extLst>
              <a:ext uri="{FF2B5EF4-FFF2-40B4-BE49-F238E27FC236}">
                <a16:creationId xmlns:a16="http://schemas.microsoft.com/office/drawing/2014/main" id="{94C871AB-4EC3-94C0-D551-3B816F4A5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1763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0944" name="AutoShape 16">
            <a:extLst>
              <a:ext uri="{FF2B5EF4-FFF2-40B4-BE49-F238E27FC236}">
                <a16:creationId xmlns:a16="http://schemas.microsoft.com/office/drawing/2014/main" id="{ED5CF270-FB94-9C65-49BD-C4CE29245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46062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0945" name="AutoShape 17">
            <a:extLst>
              <a:ext uri="{FF2B5EF4-FFF2-40B4-BE49-F238E27FC236}">
                <a16:creationId xmlns:a16="http://schemas.microsoft.com/office/drawing/2014/main" id="{41F28468-6D85-725B-C3D4-B07AEC5B9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3094038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0947" name="Rectangle 19">
            <a:extLst>
              <a:ext uri="{FF2B5EF4-FFF2-40B4-BE49-F238E27FC236}">
                <a16:creationId xmlns:a16="http://schemas.microsoft.com/office/drawing/2014/main" id="{93A26CEF-DB3E-6517-4A26-AF55FA6D8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3597275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380948" name="AutoShape 20">
            <a:extLst>
              <a:ext uri="{FF2B5EF4-FFF2-40B4-BE49-F238E27FC236}">
                <a16:creationId xmlns:a16="http://schemas.microsoft.com/office/drawing/2014/main" id="{4B7955E2-185F-849E-0EBA-6B891A0A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3740150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1BC89B1E-56F0-DB6B-28E5-068238B5C99C}"/>
              </a:ext>
            </a:extLst>
          </p:cNvPr>
          <p:cNvGrpSpPr>
            <a:grpSpLocks/>
          </p:cNvGrpSpPr>
          <p:nvPr/>
        </p:nvGrpSpPr>
        <p:grpSpPr bwMode="auto">
          <a:xfrm>
            <a:off x="2851150" y="4887913"/>
            <a:ext cx="3251200" cy="520700"/>
            <a:chOff x="1796" y="3080"/>
            <a:chExt cx="2048" cy="328"/>
          </a:xfrm>
        </p:grpSpPr>
        <p:sp>
          <p:nvSpPr>
            <p:cNvPr id="31791" name="Rectangle 22">
              <a:extLst>
                <a:ext uri="{FF2B5EF4-FFF2-40B4-BE49-F238E27FC236}">
                  <a16:creationId xmlns:a16="http://schemas.microsoft.com/office/drawing/2014/main" id="{03D25970-049E-A379-07C5-7F24F97FF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6" y="3299"/>
              <a:ext cx="68" cy="56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92" name="Rectangle 23">
              <a:extLst>
                <a:ext uri="{FF2B5EF4-FFF2-40B4-BE49-F238E27FC236}">
                  <a16:creationId xmlns:a16="http://schemas.microsoft.com/office/drawing/2014/main" id="{84A971E8-1094-4B93-A363-D152DBD3C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3080"/>
              <a:ext cx="420" cy="328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r>
                <a:rPr lang="en-US" altLang="en-US" sz="1800"/>
                <a:t>DH</a:t>
              </a:r>
            </a:p>
          </p:txBody>
        </p:sp>
      </p:grpSp>
      <p:sp>
        <p:nvSpPr>
          <p:cNvPr id="380952" name="AutoShape 24">
            <a:extLst>
              <a:ext uri="{FF2B5EF4-FFF2-40B4-BE49-F238E27FC236}">
                <a16:creationId xmlns:a16="http://schemas.microsoft.com/office/drawing/2014/main" id="{9DDDA46D-2CF9-4ED7-3944-D32F73D98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4965700"/>
            <a:ext cx="769937" cy="358775"/>
          </a:xfrm>
          <a:prstGeom prst="leftArrow">
            <a:avLst>
              <a:gd name="adj1" fmla="val 50000"/>
              <a:gd name="adj2" fmla="val 53650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0956" name="Rectangle 28">
            <a:extLst>
              <a:ext uri="{FF2B5EF4-FFF2-40B4-BE49-F238E27FC236}">
                <a16:creationId xmlns:a16="http://schemas.microsoft.com/office/drawing/2014/main" id="{6E799A7F-8C31-5C60-694A-CB27BB096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424180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Packet</a:t>
            </a:r>
          </a:p>
        </p:txBody>
      </p:sp>
      <p:sp>
        <p:nvSpPr>
          <p:cNvPr id="380961" name="AutoShape 33">
            <a:extLst>
              <a:ext uri="{FF2B5EF4-FFF2-40B4-BE49-F238E27FC236}">
                <a16:creationId xmlns:a16="http://schemas.microsoft.com/office/drawing/2014/main" id="{3431FE34-4629-9D3D-EB81-0600091DE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438467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7" name="Group 48">
            <a:extLst>
              <a:ext uri="{FF2B5EF4-FFF2-40B4-BE49-F238E27FC236}">
                <a16:creationId xmlns:a16="http://schemas.microsoft.com/office/drawing/2014/main" id="{41CDB41B-AE9C-BE99-EA13-F2126E080AF2}"/>
              </a:ext>
            </a:extLst>
          </p:cNvPr>
          <p:cNvGrpSpPr>
            <a:grpSpLocks/>
          </p:cNvGrpSpPr>
          <p:nvPr/>
        </p:nvGrpSpPr>
        <p:grpSpPr bwMode="auto">
          <a:xfrm>
            <a:off x="2851150" y="4887913"/>
            <a:ext cx="4484688" cy="520700"/>
            <a:chOff x="1796" y="3080"/>
            <a:chExt cx="2825" cy="328"/>
          </a:xfrm>
        </p:grpSpPr>
        <p:sp>
          <p:nvSpPr>
            <p:cNvPr id="31789" name="Rectangle 44">
              <a:extLst>
                <a:ext uri="{FF2B5EF4-FFF2-40B4-BE49-F238E27FC236}">
                  <a16:creationId xmlns:a16="http://schemas.microsoft.com/office/drawing/2014/main" id="{FE628036-2D9C-8AF6-251D-DDB6FE701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3080"/>
              <a:ext cx="395" cy="328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/>
              <a:r>
                <a:rPr lang="en-US" altLang="en-US" sz="1800"/>
                <a:t>DT</a:t>
              </a:r>
            </a:p>
          </p:txBody>
        </p:sp>
        <p:sp>
          <p:nvSpPr>
            <p:cNvPr id="31790" name="Rectangle 47">
              <a:extLst>
                <a:ext uri="{FF2B5EF4-FFF2-40B4-BE49-F238E27FC236}">
                  <a16:creationId xmlns:a16="http://schemas.microsoft.com/office/drawing/2014/main" id="{90BC5AB5-6309-F212-AAB4-2445E6611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6" y="3299"/>
              <a:ext cx="68" cy="56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8" name="Group 79">
            <a:extLst>
              <a:ext uri="{FF2B5EF4-FFF2-40B4-BE49-F238E27FC236}">
                <a16:creationId xmlns:a16="http://schemas.microsoft.com/office/drawing/2014/main" id="{389A5925-F82C-859F-8CED-A8091A4955AE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1585913"/>
            <a:ext cx="2514600" cy="4540250"/>
            <a:chOff x="1733" y="900"/>
            <a:chExt cx="1584" cy="2860"/>
          </a:xfrm>
        </p:grpSpPr>
        <p:sp>
          <p:nvSpPr>
            <p:cNvPr id="381008" name="Rectangle 80">
              <a:extLst>
                <a:ext uri="{FF2B5EF4-FFF2-40B4-BE49-F238E27FC236}">
                  <a16:creationId xmlns:a16="http://schemas.microsoft.com/office/drawing/2014/main" id="{8DBCDDBE-4F3F-B06F-4505-2EFA4C008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900"/>
              <a:ext cx="1584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Application </a:t>
              </a:r>
            </a:p>
          </p:txBody>
        </p:sp>
        <p:sp>
          <p:nvSpPr>
            <p:cNvPr id="381009" name="Rectangle 81">
              <a:extLst>
                <a:ext uri="{FF2B5EF4-FFF2-40B4-BE49-F238E27FC236}">
                  <a16:creationId xmlns:a16="http://schemas.microsoft.com/office/drawing/2014/main" id="{25A05935-043B-39E7-0D9D-BD94C27F9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306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381010" name="Rectangle 82">
              <a:extLst>
                <a:ext uri="{FF2B5EF4-FFF2-40B4-BE49-F238E27FC236}">
                  <a16:creationId xmlns:a16="http://schemas.microsoft.com/office/drawing/2014/main" id="{1DCCE333-3BF3-119D-8ECE-9E1A59FC8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716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  <p:sp>
          <p:nvSpPr>
            <p:cNvPr id="381011" name="Rectangle 83">
              <a:extLst>
                <a:ext uri="{FF2B5EF4-FFF2-40B4-BE49-F238E27FC236}">
                  <a16:creationId xmlns:a16="http://schemas.microsoft.com/office/drawing/2014/main" id="{1CA1D1D7-D044-95E4-2B80-73B7A3BB6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123"/>
              <a:ext cx="1584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Transport  </a:t>
              </a:r>
            </a:p>
          </p:txBody>
        </p:sp>
        <p:sp>
          <p:nvSpPr>
            <p:cNvPr id="381012" name="Rectangle 84">
              <a:extLst>
                <a:ext uri="{FF2B5EF4-FFF2-40B4-BE49-F238E27FC236}">
                  <a16:creationId xmlns:a16="http://schemas.microsoft.com/office/drawing/2014/main" id="{3EABA0B6-103C-0B2E-093A-77AAF9C1F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530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381013" name="Rectangle 85">
              <a:extLst>
                <a:ext uri="{FF2B5EF4-FFF2-40B4-BE49-F238E27FC236}">
                  <a16:creationId xmlns:a16="http://schemas.microsoft.com/office/drawing/2014/main" id="{862ACC3C-3C5C-8746-50EE-993844D89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940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381014" name="Rectangle 86">
              <a:extLst>
                <a:ext uri="{FF2B5EF4-FFF2-40B4-BE49-F238E27FC236}">
                  <a16:creationId xmlns:a16="http://schemas.microsoft.com/office/drawing/2014/main" id="{2CDD9D75-5162-8DBF-B9A6-46B2701EB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3350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381015" name="Rectangle 87">
            <a:extLst>
              <a:ext uri="{FF2B5EF4-FFF2-40B4-BE49-F238E27FC236}">
                <a16:creationId xmlns:a16="http://schemas.microsoft.com/office/drawing/2014/main" id="{B9771A4C-E51C-D271-59BE-CBCF0F7FF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4887913"/>
            <a:ext cx="930275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Packet</a:t>
            </a:r>
          </a:p>
        </p:txBody>
      </p:sp>
      <p:sp>
        <p:nvSpPr>
          <p:cNvPr id="381016" name="Rectangle 88">
            <a:extLst>
              <a:ext uri="{FF2B5EF4-FFF2-40B4-BE49-F238E27FC236}">
                <a16:creationId xmlns:a16="http://schemas.microsoft.com/office/drawing/2014/main" id="{CF58BE4B-A85F-D1CE-BBA4-1B5C7E000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4887913"/>
            <a:ext cx="930275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Packet</a:t>
            </a:r>
          </a:p>
        </p:txBody>
      </p:sp>
      <p:sp>
        <p:nvSpPr>
          <p:cNvPr id="381017" name="Rectangle 89">
            <a:extLst>
              <a:ext uri="{FF2B5EF4-FFF2-40B4-BE49-F238E27FC236}">
                <a16:creationId xmlns:a16="http://schemas.microsoft.com/office/drawing/2014/main" id="{3ED343C3-E411-2223-AD2B-843F62C2C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4886325"/>
            <a:ext cx="1898650" cy="5365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Frame</a:t>
            </a:r>
          </a:p>
        </p:txBody>
      </p:sp>
      <p:sp>
        <p:nvSpPr>
          <p:cNvPr id="381018" name="Text Box 90">
            <a:extLst>
              <a:ext uri="{FF2B5EF4-FFF2-40B4-BE49-F238E27FC236}">
                <a16:creationId xmlns:a16="http://schemas.microsoft.com/office/drawing/2014/main" id="{CC9F40B0-51A6-F598-2A62-D038039D7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22713"/>
            <a:ext cx="27447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/>
              <a:t>Devices that work at Data link layer are Switch, Bridge etc.. </a:t>
            </a:r>
          </a:p>
        </p:txBody>
      </p:sp>
      <p:sp>
        <p:nvSpPr>
          <p:cNvPr id="31767" name="Date Placeholder 3">
            <a:extLst>
              <a:ext uri="{FF2B5EF4-FFF2-40B4-BE49-F238E27FC236}">
                <a16:creationId xmlns:a16="http://schemas.microsoft.com/office/drawing/2014/main" id="{CB055B52-0B9A-2C7D-1EAF-3A22C8F00B2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66E1BB8-F4F7-42ED-A5F4-812AE079AD8F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1768" name="Footer Placeholder 4">
            <a:extLst>
              <a:ext uri="{FF2B5EF4-FFF2-40B4-BE49-F238E27FC236}">
                <a16:creationId xmlns:a16="http://schemas.microsoft.com/office/drawing/2014/main" id="{F1874FEF-AA2D-E73D-9568-D439290E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1769" name="Slide Number Placeholder 5">
            <a:extLst>
              <a:ext uri="{FF2B5EF4-FFF2-40B4-BE49-F238E27FC236}">
                <a16:creationId xmlns:a16="http://schemas.microsoft.com/office/drawing/2014/main" id="{7F70D390-56BA-37A4-BA75-0569C3E9B8D4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23982971-C0D0-4685-B660-2F8040622C56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28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Trapezoid 62">
            <a:extLst>
              <a:ext uri="{FF2B5EF4-FFF2-40B4-BE49-F238E27FC236}">
                <a16:creationId xmlns:a16="http://schemas.microsoft.com/office/drawing/2014/main" id="{C17D988D-683C-1677-082A-1DFAB7100AD1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4" name="Trapezoid 63">
            <a:extLst>
              <a:ext uri="{FF2B5EF4-FFF2-40B4-BE49-F238E27FC236}">
                <a16:creationId xmlns:a16="http://schemas.microsoft.com/office/drawing/2014/main" id="{E6C64D41-E7C8-6979-7FF1-DDCE8BB660F1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5" name="Trapezoid 64">
            <a:extLst>
              <a:ext uri="{FF2B5EF4-FFF2-40B4-BE49-F238E27FC236}">
                <a16:creationId xmlns:a16="http://schemas.microsoft.com/office/drawing/2014/main" id="{509F78FB-4AC8-C1AD-A86A-015F2B9C8820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6" name="Trapezoid 65">
            <a:extLst>
              <a:ext uri="{FF2B5EF4-FFF2-40B4-BE49-F238E27FC236}">
                <a16:creationId xmlns:a16="http://schemas.microsoft.com/office/drawing/2014/main" id="{7B9A9AA1-3BBD-7BE3-A856-B7C93A4B88F7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0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80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0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8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0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80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8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81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81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38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38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40" grpId="0" animBg="1" autoUpdateAnimBg="0"/>
      <p:bldP spid="380941" grpId="0" animBg="1" autoUpdateAnimBg="0"/>
      <p:bldP spid="380942" grpId="0" animBg="1" autoUpdateAnimBg="0"/>
      <p:bldP spid="380943" grpId="0" animBg="1"/>
      <p:bldP spid="380944" grpId="0" animBg="1"/>
      <p:bldP spid="380945" grpId="0" animBg="1"/>
      <p:bldP spid="380947" grpId="0" animBg="1" autoUpdateAnimBg="0"/>
      <p:bldP spid="380948" grpId="0" animBg="1"/>
      <p:bldP spid="380952" grpId="0" animBg="1"/>
      <p:bldP spid="380956" grpId="0" animBg="1" autoUpdateAnimBg="0"/>
      <p:bldP spid="380961" grpId="0" animBg="1"/>
      <p:bldP spid="381015" grpId="0" animBg="1" autoUpdateAnimBg="0"/>
      <p:bldP spid="381016" grpId="0" animBg="1" autoUpdateAnimBg="0"/>
      <p:bldP spid="381017" grpId="0" animBg="1" autoUpdateAnimBg="0"/>
      <p:bldP spid="3810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928B3EB-E760-CB53-8E02-6B2B52B5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82B9DB9-C195-447A-97DD-82CC94388481}" type="slidenum">
              <a:rPr lang="en-US" altLang="en-US" sz="1200">
                <a:solidFill>
                  <a:srgbClr val="898989"/>
                </a:solidFill>
              </a:rPr>
              <a:pPr/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2771" name="Rectangle 1035">
            <a:extLst>
              <a:ext uri="{FF2B5EF4-FFF2-40B4-BE49-F238E27FC236}">
                <a16:creationId xmlns:a16="http://schemas.microsoft.com/office/drawing/2014/main" id="{E779AB9A-B081-FF93-1478-A8A1A6ED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Physical Layer</a:t>
            </a:r>
          </a:p>
        </p:txBody>
      </p:sp>
      <p:sp>
        <p:nvSpPr>
          <p:cNvPr id="381964" name="Rectangle 1036">
            <a:extLst>
              <a:ext uri="{FF2B5EF4-FFF2-40B4-BE49-F238E27FC236}">
                <a16:creationId xmlns:a16="http://schemas.microsoft.com/office/drawing/2014/main" id="{2E953B12-47AF-C198-8038-62696AF82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1041400"/>
            <a:ext cx="6546850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/>
              <a:t>	</a:t>
            </a:r>
            <a:r>
              <a:rPr lang="en-US" altLang="ja-JP">
                <a:solidFill>
                  <a:schemeClr val="folHlink"/>
                </a:solidFill>
              </a:rPr>
              <a:t>Physical Layer</a:t>
            </a:r>
            <a:r>
              <a:rPr lang="en-US" altLang="ja-JP"/>
              <a:t> 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/>
              <a:t>	It defines the electrical, Mechanical &amp;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/>
              <a:t>	functional specifications for communication between the Network devices. </a:t>
            </a:r>
          </a:p>
          <a:p>
            <a:pPr algn="l" eaLnBrk="1" hangingPunct="1">
              <a:spcBef>
                <a:spcPct val="20000"/>
              </a:spcBef>
            </a:pPr>
            <a:endParaRPr lang="en-US" altLang="ja-JP" sz="800"/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/>
              <a:t>     The functions described at this layer are..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/>
              <a:t>      Encoding/decoding: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400"/>
              <a:t>        It is the process of converting the binary data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400"/>
              <a:t>        into signals based on the type of the media.</a:t>
            </a:r>
          </a:p>
          <a:p>
            <a:pPr lvl="2" algn="l" eaLnBrk="1" hangingPunct="1">
              <a:spcBef>
                <a:spcPct val="20000"/>
              </a:spcBef>
              <a:buFontTx/>
              <a:buChar char="•"/>
            </a:pPr>
            <a:r>
              <a:rPr lang="en-US" altLang="ja-JP" sz="1600"/>
              <a:t>Copper media</a:t>
            </a:r>
            <a:r>
              <a:rPr lang="en-US" altLang="ja-JP" sz="1400"/>
              <a:t>  : Electrical signals of different voltages</a:t>
            </a:r>
          </a:p>
          <a:p>
            <a:pPr lvl="2" algn="l" eaLnBrk="1" hangingPunct="1">
              <a:spcBef>
                <a:spcPct val="20000"/>
              </a:spcBef>
              <a:buFontTx/>
              <a:buChar char="•"/>
            </a:pPr>
            <a:r>
              <a:rPr lang="en-US" altLang="ja-JP" sz="1600"/>
              <a:t>Fiber media     : </a:t>
            </a:r>
            <a:r>
              <a:rPr lang="en-US" altLang="ja-JP" sz="1400"/>
              <a:t>Light pulses of different</a:t>
            </a:r>
            <a:r>
              <a:rPr lang="en-US" altLang="ja-JP"/>
              <a:t> </a:t>
            </a:r>
            <a:r>
              <a:rPr lang="en-US" altLang="ja-JP" sz="1400"/>
              <a:t>wavelengths</a:t>
            </a:r>
          </a:p>
          <a:p>
            <a:pPr lvl="2" algn="l" eaLnBrk="1" hangingPunct="1">
              <a:spcBef>
                <a:spcPct val="20000"/>
              </a:spcBef>
              <a:buFontTx/>
              <a:buChar char="•"/>
            </a:pPr>
            <a:r>
              <a:rPr lang="en-US" altLang="ja-JP" sz="1600"/>
              <a:t>Wireless media: </a:t>
            </a:r>
            <a:r>
              <a:rPr lang="en-US" altLang="ja-JP" sz="1400"/>
              <a:t>Radio frequency waves</a:t>
            </a:r>
            <a:r>
              <a:rPr lang="en-US" altLang="ja-JP"/>
              <a:t> </a:t>
            </a:r>
            <a:endParaRPr lang="en-US" altLang="ja-JP" sz="1600"/>
          </a:p>
          <a:p>
            <a:pPr algn="l" eaLnBrk="1" hangingPunct="1">
              <a:spcBef>
                <a:spcPct val="20000"/>
              </a:spcBef>
            </a:pPr>
            <a:endParaRPr lang="en-US" altLang="ja-JP" sz="1400"/>
          </a:p>
          <a:p>
            <a:pPr algn="l" eaLnBrk="1" hangingPunct="1">
              <a:spcBef>
                <a:spcPct val="20000"/>
              </a:spcBef>
            </a:pPr>
            <a:r>
              <a:rPr lang="en-US" altLang="ja-JP" sz="1400"/>
              <a:t>         </a:t>
            </a:r>
            <a:r>
              <a:rPr lang="en-US" altLang="ja-JP" sz="1600"/>
              <a:t>Mode of transmision of signals: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600" b="0"/>
              <a:t>       </a:t>
            </a:r>
            <a:r>
              <a:rPr lang="en-US" altLang="ja-JP" sz="1400"/>
              <a:t>Signal</a:t>
            </a:r>
            <a:r>
              <a:rPr lang="en-US" altLang="ja-JP" sz="1600"/>
              <a:t> </a:t>
            </a:r>
            <a:r>
              <a:rPr lang="en-US" altLang="ja-JP" sz="1400"/>
              <a:t>Communication happens in three different modes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400"/>
              <a:t>         Simplex, Half-duplex, Full-duplex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400"/>
              <a:t>         Protocols works at physical layer: 10BaseT, 100BaseT,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ja-JP" sz="1400"/>
              <a:t>	    V.35, RS-232..etc</a:t>
            </a:r>
            <a:r>
              <a:rPr lang="en-US" altLang="ja-JP"/>
              <a:t>	</a:t>
            </a:r>
          </a:p>
        </p:txBody>
      </p:sp>
      <p:grpSp>
        <p:nvGrpSpPr>
          <p:cNvPr id="2" name="Group 1058">
            <a:extLst>
              <a:ext uri="{FF2B5EF4-FFF2-40B4-BE49-F238E27FC236}">
                <a16:creationId xmlns:a16="http://schemas.microsoft.com/office/drawing/2014/main" id="{D0A9D206-1B9B-D808-B0A9-6791DC01C1F6}"/>
              </a:ext>
            </a:extLst>
          </p:cNvPr>
          <p:cNvGrpSpPr>
            <a:grpSpLocks/>
          </p:cNvGrpSpPr>
          <p:nvPr/>
        </p:nvGrpSpPr>
        <p:grpSpPr bwMode="auto">
          <a:xfrm>
            <a:off x="0" y="1249363"/>
            <a:ext cx="2655888" cy="4748212"/>
            <a:chOff x="1717" y="894"/>
            <a:chExt cx="1673" cy="2991"/>
          </a:xfrm>
        </p:grpSpPr>
        <p:grpSp>
          <p:nvGrpSpPr>
            <p:cNvPr id="32790" name="Group 1059">
              <a:extLst>
                <a:ext uri="{FF2B5EF4-FFF2-40B4-BE49-F238E27FC236}">
                  <a16:creationId xmlns:a16="http://schemas.microsoft.com/office/drawing/2014/main" id="{489BBD62-58F5-23AD-B7B0-94D8CAFBF3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" y="900"/>
              <a:ext cx="1584" cy="2860"/>
              <a:chOff x="1733" y="900"/>
              <a:chExt cx="1584" cy="2860"/>
            </a:xfrm>
          </p:grpSpPr>
          <p:sp>
            <p:nvSpPr>
              <p:cNvPr id="381988" name="Rectangle 1060">
                <a:extLst>
                  <a:ext uri="{FF2B5EF4-FFF2-40B4-BE49-F238E27FC236}">
                    <a16:creationId xmlns:a16="http://schemas.microsoft.com/office/drawing/2014/main" id="{313AA477-C3C4-B747-5C0F-838123CF0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900"/>
                <a:ext cx="1584" cy="410"/>
              </a:xfrm>
              <a:prstGeom prst="rect">
                <a:avLst/>
              </a:prstGeom>
              <a:solidFill>
                <a:srgbClr val="C0C0C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Application </a:t>
                </a:r>
              </a:p>
            </p:txBody>
          </p:sp>
          <p:sp>
            <p:nvSpPr>
              <p:cNvPr id="381989" name="Rectangle 1061">
                <a:extLst>
                  <a:ext uri="{FF2B5EF4-FFF2-40B4-BE49-F238E27FC236}">
                    <a16:creationId xmlns:a16="http://schemas.microsoft.com/office/drawing/2014/main" id="{A8DE8B1A-8840-A9A2-9275-B69EDE787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306"/>
                <a:ext cx="1584" cy="410"/>
              </a:xfrm>
              <a:prstGeom prst="rect">
                <a:avLst/>
              </a:prstGeom>
              <a:solidFill>
                <a:srgbClr val="99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Presentation</a:t>
                </a:r>
              </a:p>
            </p:txBody>
          </p:sp>
          <p:sp>
            <p:nvSpPr>
              <p:cNvPr id="381990" name="Rectangle 1062">
                <a:extLst>
                  <a:ext uri="{FF2B5EF4-FFF2-40B4-BE49-F238E27FC236}">
                    <a16:creationId xmlns:a16="http://schemas.microsoft.com/office/drawing/2014/main" id="{08DAF3D5-8374-ACF3-C8BE-6E61AB212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716"/>
                <a:ext cx="1584" cy="409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Session</a:t>
                </a:r>
              </a:p>
            </p:txBody>
          </p:sp>
          <p:sp>
            <p:nvSpPr>
              <p:cNvPr id="381991" name="Rectangle 1063">
                <a:extLst>
                  <a:ext uri="{FF2B5EF4-FFF2-40B4-BE49-F238E27FC236}">
                    <a16:creationId xmlns:a16="http://schemas.microsoft.com/office/drawing/2014/main" id="{D81364C7-ACF1-FA02-C1A8-9A6E1719C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123"/>
                <a:ext cx="1584" cy="410"/>
              </a:xfrm>
              <a:prstGeom prst="rect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Transport  </a:t>
                </a:r>
              </a:p>
            </p:txBody>
          </p:sp>
          <p:sp>
            <p:nvSpPr>
              <p:cNvPr id="381992" name="Rectangle 1064">
                <a:extLst>
                  <a:ext uri="{FF2B5EF4-FFF2-40B4-BE49-F238E27FC236}">
                    <a16:creationId xmlns:a16="http://schemas.microsoft.com/office/drawing/2014/main" id="{E58BCEF4-153D-906E-3CE6-1D2848576B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530"/>
                <a:ext cx="1584" cy="410"/>
              </a:xfrm>
              <a:prstGeom prst="rect">
                <a:avLst/>
              </a:prstGeom>
              <a:solidFill>
                <a:srgbClr val="FF9966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Network   </a:t>
                </a:r>
              </a:p>
            </p:txBody>
          </p:sp>
          <p:sp>
            <p:nvSpPr>
              <p:cNvPr id="381993" name="Rectangle 1065">
                <a:extLst>
                  <a:ext uri="{FF2B5EF4-FFF2-40B4-BE49-F238E27FC236}">
                    <a16:creationId xmlns:a16="http://schemas.microsoft.com/office/drawing/2014/main" id="{9B6CEB2D-8EE0-E1A1-0863-07169CD6A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2940"/>
                <a:ext cx="1584" cy="410"/>
              </a:xfrm>
              <a:prstGeom prst="rect">
                <a:avLst/>
              </a:prstGeom>
              <a:solidFill>
                <a:srgbClr val="66FF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Data Link</a:t>
                </a:r>
              </a:p>
            </p:txBody>
          </p:sp>
          <p:sp>
            <p:nvSpPr>
              <p:cNvPr id="381994" name="Rectangle 1066">
                <a:extLst>
                  <a:ext uri="{FF2B5EF4-FFF2-40B4-BE49-F238E27FC236}">
                    <a16:creationId xmlns:a16="http://schemas.microsoft.com/office/drawing/2014/main" id="{2F558ACB-34FC-82D3-BF35-6A0046516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3350"/>
                <a:ext cx="1584" cy="410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>
                <a:outerShdw dist="107763" dir="2700000" algn="ctr" rotWithShape="0">
                  <a:schemeClr val="tx1"/>
                </a:outerShdw>
              </a:effectLst>
            </p:spPr>
            <p:txBody>
              <a:bodyPr anchor="ctr"/>
              <a:lstStyle/>
              <a:p>
                <a:pPr>
                  <a:defRPr/>
                </a:pPr>
                <a:r>
                  <a:rPr lang="en-US"/>
                  <a:t>Physical</a:t>
                </a:r>
              </a:p>
            </p:txBody>
          </p:sp>
        </p:grpSp>
        <p:sp>
          <p:nvSpPr>
            <p:cNvPr id="32791" name="Rectangle 1067">
              <a:extLst>
                <a:ext uri="{FF2B5EF4-FFF2-40B4-BE49-F238E27FC236}">
                  <a16:creationId xmlns:a16="http://schemas.microsoft.com/office/drawing/2014/main" id="{6DE9CACE-CDE6-3D95-EE37-4014C02F6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894"/>
              <a:ext cx="1673" cy="2991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81975" name="Rectangle 1047">
            <a:extLst>
              <a:ext uri="{FF2B5EF4-FFF2-40B4-BE49-F238E27FC236}">
                <a16:creationId xmlns:a16="http://schemas.microsoft.com/office/drawing/2014/main" id="{5EE68F69-DB72-12AD-3769-8FB7552FE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38738"/>
            <a:ext cx="2514600" cy="650875"/>
          </a:xfrm>
          <a:prstGeom prst="rect">
            <a:avLst/>
          </a:prstGeom>
          <a:solidFill>
            <a:srgbClr val="FF99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Physical</a:t>
            </a:r>
          </a:p>
        </p:txBody>
      </p:sp>
      <p:sp>
        <p:nvSpPr>
          <p:cNvPr id="32775" name="Date Placeholder 3">
            <a:extLst>
              <a:ext uri="{FF2B5EF4-FFF2-40B4-BE49-F238E27FC236}">
                <a16:creationId xmlns:a16="http://schemas.microsoft.com/office/drawing/2014/main" id="{A566F89A-4F72-24B7-29D2-238372E6B8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4DBA6C0-1ECB-4949-A806-7E44D32614E8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2776" name="Footer Placeholder 4">
            <a:extLst>
              <a:ext uri="{FF2B5EF4-FFF2-40B4-BE49-F238E27FC236}">
                <a16:creationId xmlns:a16="http://schemas.microsoft.com/office/drawing/2014/main" id="{DA0619FC-7ED7-049D-EF35-EC3631C5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2777" name="Slide Number Placeholder 5">
            <a:extLst>
              <a:ext uri="{FF2B5EF4-FFF2-40B4-BE49-F238E27FC236}">
                <a16:creationId xmlns:a16="http://schemas.microsoft.com/office/drawing/2014/main" id="{3E288DC1-B16C-D6BF-1E1A-12333A99F842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B5F847D0-A603-4EF0-A313-F2534DD9C054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29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C02AA9B8-F16F-703A-A7B8-15E56CBFF4BA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97BD35BC-0A48-393B-EE31-14A9F32FCB31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Trapezoid 20">
            <a:extLst>
              <a:ext uri="{FF2B5EF4-FFF2-40B4-BE49-F238E27FC236}">
                <a16:creationId xmlns:a16="http://schemas.microsoft.com/office/drawing/2014/main" id="{84AAEAFF-C531-0F39-F8A0-E89DC576CE0C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1631695F-7575-35B5-1404-E7640E06AEF0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1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1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1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1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1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1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1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1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19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19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19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19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819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19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19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819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819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64" grpId="0" build="p" bldLvl="2" autoUpdateAnimBg="0"/>
      <p:bldP spid="381975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 Placeholder 3">
            <a:extLst>
              <a:ext uri="{FF2B5EF4-FFF2-40B4-BE49-F238E27FC236}">
                <a16:creationId xmlns:a16="http://schemas.microsoft.com/office/drawing/2014/main" id="{AB16744B-77CE-871E-B0C0-DB252221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18207AE-5082-44CB-A0B3-101F838BD2E9}" type="slidenum">
              <a:rPr lang="en-US" altLang="en-US" sz="1200">
                <a:solidFill>
                  <a:srgbClr val="898989"/>
                </a:solidFill>
              </a:rPr>
              <a:pPr/>
              <a:t>30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B904FE4-1B35-7521-C3B7-EB90D7BC5A4F}"/>
              </a:ext>
            </a:extLst>
          </p:cNvPr>
          <p:cNvGrpSpPr>
            <a:grpSpLocks/>
          </p:cNvGrpSpPr>
          <p:nvPr/>
        </p:nvGrpSpPr>
        <p:grpSpPr bwMode="auto">
          <a:xfrm>
            <a:off x="3233738" y="2854325"/>
            <a:ext cx="2155825" cy="1409700"/>
            <a:chOff x="2037" y="1798"/>
            <a:chExt cx="1358" cy="888"/>
          </a:xfrm>
        </p:grpSpPr>
        <p:sp>
          <p:nvSpPr>
            <p:cNvPr id="33862" name="AutoShape 3">
              <a:extLst>
                <a:ext uri="{FF2B5EF4-FFF2-40B4-BE49-F238E27FC236}">
                  <a16:creationId xmlns:a16="http://schemas.microsoft.com/office/drawing/2014/main" id="{A67DB72D-8DD4-F62C-C6FA-5814088005E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52" y="2097"/>
              <a:ext cx="1328" cy="29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63" name="AutoShape 4">
              <a:extLst>
                <a:ext uri="{FF2B5EF4-FFF2-40B4-BE49-F238E27FC236}">
                  <a16:creationId xmlns:a16="http://schemas.microsoft.com/office/drawing/2014/main" id="{0DE03FCA-228B-74E6-66DD-E2903B18E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798"/>
              <a:ext cx="1316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64" name="AutoShape 5">
              <a:extLst>
                <a:ext uri="{FF2B5EF4-FFF2-40B4-BE49-F238E27FC236}">
                  <a16:creationId xmlns:a16="http://schemas.microsoft.com/office/drawing/2014/main" id="{01F5EC52-CA85-DBAD-AAF5-24357DBD0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2393"/>
              <a:ext cx="1358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65" name="AutoShape 6">
              <a:extLst>
                <a:ext uri="{FF2B5EF4-FFF2-40B4-BE49-F238E27FC236}">
                  <a16:creationId xmlns:a16="http://schemas.microsoft.com/office/drawing/2014/main" id="{8F8F0B71-F6E8-731B-C3FF-1D61E94EC3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2752" y="2049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66" name="AutoShape 7">
              <a:extLst>
                <a:ext uri="{FF2B5EF4-FFF2-40B4-BE49-F238E27FC236}">
                  <a16:creationId xmlns:a16="http://schemas.microsoft.com/office/drawing/2014/main" id="{EFDDD0D3-BB32-03B0-FD4F-A86BD08DA4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089" y="2049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3796" name="Rectangle 23">
            <a:extLst>
              <a:ext uri="{FF2B5EF4-FFF2-40B4-BE49-F238E27FC236}">
                <a16:creationId xmlns:a16="http://schemas.microsoft.com/office/drawing/2014/main" id="{239CCF2D-8E96-4E96-6A8D-AC897948C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72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ea typeface="ＭＳ Ｐゴシック" panose="020B0600070205080204" pitchFamily="34" charset="-128"/>
              </a:rPr>
              <a:t>Physical Transmission of data  Example:</a:t>
            </a:r>
          </a:p>
        </p:txBody>
      </p:sp>
      <p:grpSp>
        <p:nvGrpSpPr>
          <p:cNvPr id="3" name="Group 24">
            <a:extLst>
              <a:ext uri="{FF2B5EF4-FFF2-40B4-BE49-F238E27FC236}">
                <a16:creationId xmlns:a16="http://schemas.microsoft.com/office/drawing/2014/main" id="{13CFC7CE-F0C3-A56E-95C9-218D684F9EC5}"/>
              </a:ext>
            </a:extLst>
          </p:cNvPr>
          <p:cNvGrpSpPr>
            <a:grpSpLocks/>
          </p:cNvGrpSpPr>
          <p:nvPr/>
        </p:nvGrpSpPr>
        <p:grpSpPr bwMode="auto">
          <a:xfrm>
            <a:off x="3381375" y="1476375"/>
            <a:ext cx="1860550" cy="2781300"/>
            <a:chOff x="2271" y="930"/>
            <a:chExt cx="1172" cy="1752"/>
          </a:xfrm>
        </p:grpSpPr>
        <p:sp>
          <p:nvSpPr>
            <p:cNvPr id="33860" name="Rectangle 25">
              <a:extLst>
                <a:ext uri="{FF2B5EF4-FFF2-40B4-BE49-F238E27FC236}">
                  <a16:creationId xmlns:a16="http://schemas.microsoft.com/office/drawing/2014/main" id="{A1B22FF3-777B-2991-6A50-BC66D100A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" y="2389"/>
              <a:ext cx="1172" cy="293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200">
                  <a:solidFill>
                    <a:schemeClr val="bg1"/>
                  </a:solidFill>
                </a:rPr>
                <a:t>Frame</a:t>
              </a:r>
            </a:p>
          </p:txBody>
        </p:sp>
        <p:sp>
          <p:nvSpPr>
            <p:cNvPr id="33861" name="Rectangle 26">
              <a:extLst>
                <a:ext uri="{FF2B5EF4-FFF2-40B4-BE49-F238E27FC236}">
                  <a16:creationId xmlns:a16="http://schemas.microsoft.com/office/drawing/2014/main" id="{4B1B471D-F62B-529A-ADCC-D67E7E0BB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930"/>
              <a:ext cx="77" cy="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98363" name="Rectangle 27">
            <a:extLst>
              <a:ext uri="{FF2B5EF4-FFF2-40B4-BE49-F238E27FC236}">
                <a16:creationId xmlns:a16="http://schemas.microsoft.com/office/drawing/2014/main" id="{1703E30A-C353-2E1E-F9EA-2F783BB86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1868488"/>
            <a:ext cx="1865312" cy="471487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200">
                <a:solidFill>
                  <a:schemeClr val="bg1"/>
                </a:solidFill>
              </a:rPr>
              <a:t>Frame</a:t>
            </a:r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7DACA4FF-17FA-79BB-6841-7C61D91E65F5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3325813"/>
            <a:ext cx="2155825" cy="938212"/>
            <a:chOff x="2302" y="1633"/>
            <a:chExt cx="1358" cy="591"/>
          </a:xfrm>
        </p:grpSpPr>
        <p:sp>
          <p:nvSpPr>
            <p:cNvPr id="33857" name="AutoShape 29">
              <a:extLst>
                <a:ext uri="{FF2B5EF4-FFF2-40B4-BE49-F238E27FC236}">
                  <a16:creationId xmlns:a16="http://schemas.microsoft.com/office/drawing/2014/main" id="{EEC192AB-C7B9-FE97-5364-61050D280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1931"/>
              <a:ext cx="1358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58" name="AutoShape 30">
              <a:extLst>
                <a:ext uri="{FF2B5EF4-FFF2-40B4-BE49-F238E27FC236}">
                  <a16:creationId xmlns:a16="http://schemas.microsoft.com/office/drawing/2014/main" id="{6CE9ED88-D913-06DA-1A8E-0CB4E31F2E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3017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59" name="AutoShape 31">
              <a:extLst>
                <a:ext uri="{FF2B5EF4-FFF2-40B4-BE49-F238E27FC236}">
                  <a16:creationId xmlns:a16="http://schemas.microsoft.com/office/drawing/2014/main" id="{ED7A58F3-7C22-AED1-C7DE-D1096F2EB3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54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32">
            <a:extLst>
              <a:ext uri="{FF2B5EF4-FFF2-40B4-BE49-F238E27FC236}">
                <a16:creationId xmlns:a16="http://schemas.microsoft.com/office/drawing/2014/main" id="{DA52F72F-FDA6-8EB4-99E0-587D81B75118}"/>
              </a:ext>
            </a:extLst>
          </p:cNvPr>
          <p:cNvGrpSpPr>
            <a:grpSpLocks/>
          </p:cNvGrpSpPr>
          <p:nvPr/>
        </p:nvGrpSpPr>
        <p:grpSpPr bwMode="auto">
          <a:xfrm>
            <a:off x="3098800" y="2790825"/>
            <a:ext cx="2414588" cy="995363"/>
            <a:chOff x="1941" y="1758"/>
            <a:chExt cx="1521" cy="627"/>
          </a:xfrm>
        </p:grpSpPr>
        <p:sp>
          <p:nvSpPr>
            <p:cNvPr id="33855" name="AutoShape 33">
              <a:extLst>
                <a:ext uri="{FF2B5EF4-FFF2-40B4-BE49-F238E27FC236}">
                  <a16:creationId xmlns:a16="http://schemas.microsoft.com/office/drawing/2014/main" id="{D16DC652-9E6C-4EDF-5573-AEB87716D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1758"/>
              <a:ext cx="1521" cy="328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56" name="AutoShape 34">
              <a:extLst>
                <a:ext uri="{FF2B5EF4-FFF2-40B4-BE49-F238E27FC236}">
                  <a16:creationId xmlns:a16="http://schemas.microsoft.com/office/drawing/2014/main" id="{6E3A2569-E4C4-B9A0-57A4-193BFBBB502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49" y="2092"/>
              <a:ext cx="1316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98371" name="Rectangle 35">
            <a:extLst>
              <a:ext uri="{FF2B5EF4-FFF2-40B4-BE49-F238E27FC236}">
                <a16:creationId xmlns:a16="http://schemas.microsoft.com/office/drawing/2014/main" id="{741C57D7-5CE0-BB00-7A69-FA6DBFCB4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3298825"/>
            <a:ext cx="2135188" cy="9683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1010101010101010</a:t>
            </a:r>
          </a:p>
        </p:txBody>
      </p:sp>
      <p:sp>
        <p:nvSpPr>
          <p:cNvPr id="398383" name="Rectangle 47">
            <a:extLst>
              <a:ext uri="{FF2B5EF4-FFF2-40B4-BE49-F238E27FC236}">
                <a16:creationId xmlns:a16="http://schemas.microsoft.com/office/drawing/2014/main" id="{74BA13D4-50F2-6839-86EB-6C506516C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3119438"/>
            <a:ext cx="2905125" cy="136366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8395" name="Rectangle 59">
            <a:extLst>
              <a:ext uri="{FF2B5EF4-FFF2-40B4-BE49-F238E27FC236}">
                <a16:creationId xmlns:a16="http://schemas.microsoft.com/office/drawing/2014/main" id="{139A2F8A-B980-F58A-BBD2-41AD828CA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3298825"/>
            <a:ext cx="2135188" cy="9683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1010101010101010</a:t>
            </a:r>
          </a:p>
        </p:txBody>
      </p:sp>
      <p:grpSp>
        <p:nvGrpSpPr>
          <p:cNvPr id="6" name="Group 60">
            <a:extLst>
              <a:ext uri="{FF2B5EF4-FFF2-40B4-BE49-F238E27FC236}">
                <a16:creationId xmlns:a16="http://schemas.microsoft.com/office/drawing/2014/main" id="{9E28E738-A7E9-43AE-8BB8-43FF8A64DD22}"/>
              </a:ext>
            </a:extLst>
          </p:cNvPr>
          <p:cNvGrpSpPr>
            <a:grpSpLocks/>
          </p:cNvGrpSpPr>
          <p:nvPr/>
        </p:nvGrpSpPr>
        <p:grpSpPr bwMode="auto">
          <a:xfrm>
            <a:off x="3094038" y="2786063"/>
            <a:ext cx="2414587" cy="1473200"/>
            <a:chOff x="2048" y="1854"/>
            <a:chExt cx="1521" cy="928"/>
          </a:xfrm>
        </p:grpSpPr>
        <p:grpSp>
          <p:nvGrpSpPr>
            <p:cNvPr id="33848" name="Group 61">
              <a:extLst>
                <a:ext uri="{FF2B5EF4-FFF2-40B4-BE49-F238E27FC236}">
                  <a16:creationId xmlns:a16="http://schemas.microsoft.com/office/drawing/2014/main" id="{EB81DCC9-5EA8-588A-3011-7877A2BB90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6" y="2191"/>
              <a:ext cx="1358" cy="591"/>
              <a:chOff x="2302" y="1633"/>
              <a:chExt cx="1358" cy="591"/>
            </a:xfrm>
          </p:grpSpPr>
          <p:sp>
            <p:nvSpPr>
              <p:cNvPr id="33852" name="AutoShape 62">
                <a:extLst>
                  <a:ext uri="{FF2B5EF4-FFF2-40B4-BE49-F238E27FC236}">
                    <a16:creationId xmlns:a16="http://schemas.microsoft.com/office/drawing/2014/main" id="{76B319A1-3784-8AD5-65C2-925A03207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" y="1931"/>
                <a:ext cx="1358" cy="293"/>
              </a:xfrm>
              <a:prstGeom prst="triangle">
                <a:avLst>
                  <a:gd name="adj" fmla="val 50000"/>
                </a:avLst>
              </a:prstGeom>
              <a:solidFill>
                <a:srgbClr val="0099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53" name="AutoShape 63">
                <a:extLst>
                  <a:ext uri="{FF2B5EF4-FFF2-40B4-BE49-F238E27FC236}">
                    <a16:creationId xmlns:a16="http://schemas.microsoft.com/office/drawing/2014/main" id="{E7AB8D42-08D2-3843-85B2-1A12114A1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 flipV="1">
                <a:off x="3017" y="1587"/>
                <a:ext cx="591" cy="683"/>
              </a:xfrm>
              <a:prstGeom prst="triangle">
                <a:avLst>
                  <a:gd name="adj" fmla="val 50000"/>
                </a:avLst>
              </a:prstGeom>
              <a:solidFill>
                <a:srgbClr val="0099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54" name="AutoShape 64">
                <a:extLst>
                  <a:ext uri="{FF2B5EF4-FFF2-40B4-BE49-F238E27FC236}">
                    <a16:creationId xmlns:a16="http://schemas.microsoft.com/office/drawing/2014/main" id="{CA70C387-909C-B87F-49E8-7DEE8B28E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2354" y="1587"/>
                <a:ext cx="591" cy="683"/>
              </a:xfrm>
              <a:prstGeom prst="triangle">
                <a:avLst>
                  <a:gd name="adj" fmla="val 50000"/>
                </a:avLst>
              </a:prstGeom>
              <a:solidFill>
                <a:srgbClr val="0099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33849" name="Group 65">
              <a:extLst>
                <a:ext uri="{FF2B5EF4-FFF2-40B4-BE49-F238E27FC236}">
                  <a16:creationId xmlns:a16="http://schemas.microsoft.com/office/drawing/2014/main" id="{A6B8199E-44C7-2518-C7FD-E8B4F98A42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8" y="1854"/>
              <a:ext cx="1521" cy="627"/>
              <a:chOff x="1941" y="1758"/>
              <a:chExt cx="1521" cy="627"/>
            </a:xfrm>
          </p:grpSpPr>
          <p:sp>
            <p:nvSpPr>
              <p:cNvPr id="33850" name="AutoShape 66">
                <a:extLst>
                  <a:ext uri="{FF2B5EF4-FFF2-40B4-BE49-F238E27FC236}">
                    <a16:creationId xmlns:a16="http://schemas.microsoft.com/office/drawing/2014/main" id="{18F7AA0E-D090-5E6C-11B2-4E5119616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1" y="1758"/>
                <a:ext cx="1521" cy="328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3851" name="AutoShape 67">
                <a:extLst>
                  <a:ext uri="{FF2B5EF4-FFF2-40B4-BE49-F238E27FC236}">
                    <a16:creationId xmlns:a16="http://schemas.microsoft.com/office/drawing/2014/main" id="{5655BD73-95F8-21E1-5D9F-AFB7A8020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049" y="2092"/>
                <a:ext cx="1316" cy="293"/>
              </a:xfrm>
              <a:prstGeom prst="triangle">
                <a:avLst>
                  <a:gd name="adj" fmla="val 50000"/>
                </a:avLst>
              </a:prstGeom>
              <a:solidFill>
                <a:srgbClr val="0099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grpSp>
        <p:nvGrpSpPr>
          <p:cNvPr id="9" name="Group 68">
            <a:extLst>
              <a:ext uri="{FF2B5EF4-FFF2-40B4-BE49-F238E27FC236}">
                <a16:creationId xmlns:a16="http://schemas.microsoft.com/office/drawing/2014/main" id="{1A9EBD3C-49F2-E3A8-3620-6A51811B7B35}"/>
              </a:ext>
            </a:extLst>
          </p:cNvPr>
          <p:cNvGrpSpPr>
            <a:grpSpLocks/>
          </p:cNvGrpSpPr>
          <p:nvPr/>
        </p:nvGrpSpPr>
        <p:grpSpPr bwMode="auto">
          <a:xfrm>
            <a:off x="3195638" y="2787650"/>
            <a:ext cx="2190750" cy="995363"/>
            <a:chOff x="2025" y="1756"/>
            <a:chExt cx="1345" cy="627"/>
          </a:xfrm>
        </p:grpSpPr>
        <p:sp>
          <p:nvSpPr>
            <p:cNvPr id="33846" name="AutoShape 69">
              <a:extLst>
                <a:ext uri="{FF2B5EF4-FFF2-40B4-BE49-F238E27FC236}">
                  <a16:creationId xmlns:a16="http://schemas.microsoft.com/office/drawing/2014/main" id="{9DC4C734-38FF-34EE-C2CD-BF29CE309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5" y="1756"/>
              <a:ext cx="1340" cy="328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47" name="AutoShape 70">
              <a:extLst>
                <a:ext uri="{FF2B5EF4-FFF2-40B4-BE49-F238E27FC236}">
                  <a16:creationId xmlns:a16="http://schemas.microsoft.com/office/drawing/2014/main" id="{6713E55A-FADD-23B2-6ED9-DB28F0BB53A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54" y="2090"/>
              <a:ext cx="1316" cy="29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0" name="Group 71">
            <a:extLst>
              <a:ext uri="{FF2B5EF4-FFF2-40B4-BE49-F238E27FC236}">
                <a16:creationId xmlns:a16="http://schemas.microsoft.com/office/drawing/2014/main" id="{77D52145-8ADC-06AA-5F78-E40C92091090}"/>
              </a:ext>
            </a:extLst>
          </p:cNvPr>
          <p:cNvGrpSpPr>
            <a:grpSpLocks/>
          </p:cNvGrpSpPr>
          <p:nvPr/>
        </p:nvGrpSpPr>
        <p:grpSpPr bwMode="auto">
          <a:xfrm>
            <a:off x="3394075" y="1890713"/>
            <a:ext cx="1860550" cy="2362200"/>
            <a:chOff x="2138" y="1191"/>
            <a:chExt cx="1172" cy="1488"/>
          </a:xfrm>
        </p:grpSpPr>
        <p:sp>
          <p:nvSpPr>
            <p:cNvPr id="33844" name="Rectangle 72">
              <a:extLst>
                <a:ext uri="{FF2B5EF4-FFF2-40B4-BE49-F238E27FC236}">
                  <a16:creationId xmlns:a16="http://schemas.microsoft.com/office/drawing/2014/main" id="{5C22A47E-4723-1A3A-CD8D-176EB2957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1191"/>
              <a:ext cx="1172" cy="293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200">
                  <a:solidFill>
                    <a:schemeClr val="bg1"/>
                  </a:solidFill>
                </a:rPr>
                <a:t>Frame</a:t>
              </a:r>
            </a:p>
          </p:txBody>
        </p:sp>
        <p:sp>
          <p:nvSpPr>
            <p:cNvPr id="33845" name="Rectangle 73">
              <a:extLst>
                <a:ext uri="{FF2B5EF4-FFF2-40B4-BE49-F238E27FC236}">
                  <a16:creationId xmlns:a16="http://schemas.microsoft.com/office/drawing/2014/main" id="{C6DA790D-9A08-328E-5897-5468F0260A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686" y="2599"/>
              <a:ext cx="77" cy="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1" name="Group 74">
            <a:extLst>
              <a:ext uri="{FF2B5EF4-FFF2-40B4-BE49-F238E27FC236}">
                <a16:creationId xmlns:a16="http://schemas.microsoft.com/office/drawing/2014/main" id="{D802906B-1C69-C31D-0E1A-B1932A56F7C4}"/>
              </a:ext>
            </a:extLst>
          </p:cNvPr>
          <p:cNvGrpSpPr>
            <a:grpSpLocks/>
          </p:cNvGrpSpPr>
          <p:nvPr/>
        </p:nvGrpSpPr>
        <p:grpSpPr bwMode="auto">
          <a:xfrm>
            <a:off x="3228975" y="3322638"/>
            <a:ext cx="2155825" cy="938212"/>
            <a:chOff x="2302" y="1633"/>
            <a:chExt cx="1358" cy="591"/>
          </a:xfrm>
        </p:grpSpPr>
        <p:sp>
          <p:nvSpPr>
            <p:cNvPr id="33841" name="AutoShape 75">
              <a:extLst>
                <a:ext uri="{FF2B5EF4-FFF2-40B4-BE49-F238E27FC236}">
                  <a16:creationId xmlns:a16="http://schemas.microsoft.com/office/drawing/2014/main" id="{CF0C98FB-A24D-8F29-BE38-458B81CCC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1931"/>
              <a:ext cx="1358" cy="29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42" name="AutoShape 76">
              <a:extLst>
                <a:ext uri="{FF2B5EF4-FFF2-40B4-BE49-F238E27FC236}">
                  <a16:creationId xmlns:a16="http://schemas.microsoft.com/office/drawing/2014/main" id="{89BB23F1-EA5D-6973-5DF0-9EF00AC88C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 flipV="1">
              <a:off x="3017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43" name="AutoShape 77">
              <a:extLst>
                <a:ext uri="{FF2B5EF4-FFF2-40B4-BE49-F238E27FC236}">
                  <a16:creationId xmlns:a16="http://schemas.microsoft.com/office/drawing/2014/main" id="{501EC58D-C9DD-0DE7-A398-B710DDCA45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354" y="1587"/>
              <a:ext cx="591" cy="683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2" name="Group 78">
            <a:extLst>
              <a:ext uri="{FF2B5EF4-FFF2-40B4-BE49-F238E27FC236}">
                <a16:creationId xmlns:a16="http://schemas.microsoft.com/office/drawing/2014/main" id="{D4D1D558-5D63-1184-35CE-20516CB45601}"/>
              </a:ext>
            </a:extLst>
          </p:cNvPr>
          <p:cNvGrpSpPr>
            <a:grpSpLocks/>
          </p:cNvGrpSpPr>
          <p:nvPr/>
        </p:nvGrpSpPr>
        <p:grpSpPr bwMode="auto">
          <a:xfrm>
            <a:off x="781050" y="2124075"/>
            <a:ext cx="7564438" cy="2617788"/>
            <a:chOff x="492" y="1338"/>
            <a:chExt cx="4765" cy="1649"/>
          </a:xfrm>
        </p:grpSpPr>
        <p:sp>
          <p:nvSpPr>
            <p:cNvPr id="33839" name="Rectangle 79">
              <a:extLst>
                <a:ext uri="{FF2B5EF4-FFF2-40B4-BE49-F238E27FC236}">
                  <a16:creationId xmlns:a16="http://schemas.microsoft.com/office/drawing/2014/main" id="{57F0E96F-9360-2477-A6AB-DF087FF2D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338"/>
              <a:ext cx="4765" cy="1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40" name="AutoShape 80">
              <a:extLst>
                <a:ext uri="{FF2B5EF4-FFF2-40B4-BE49-F238E27FC236}">
                  <a16:creationId xmlns:a16="http://schemas.microsoft.com/office/drawing/2014/main" id="{5E7B3E22-11B9-DD44-4EBE-87CC71AC6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468"/>
              <a:ext cx="1356" cy="1073"/>
            </a:xfrm>
            <a:prstGeom prst="cloudCallout">
              <a:avLst>
                <a:gd name="adj1" fmla="val -1917"/>
                <a:gd name="adj2" fmla="val 88208"/>
              </a:avLst>
            </a:prstGeom>
            <a:solidFill>
              <a:srgbClr val="0099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en-US">
                  <a:solidFill>
                    <a:schemeClr val="bg1"/>
                  </a:solidFill>
                </a:rPr>
                <a:t>Hello! How are  you ?</a:t>
              </a:r>
            </a:p>
            <a:p>
              <a:endParaRPr lang="en-US" altLang="en-US"/>
            </a:p>
          </p:txBody>
        </p:sp>
      </p:grpSp>
      <p:grpSp>
        <p:nvGrpSpPr>
          <p:cNvPr id="33809" name="Group 81">
            <a:extLst>
              <a:ext uri="{FF2B5EF4-FFF2-40B4-BE49-F238E27FC236}">
                <a16:creationId xmlns:a16="http://schemas.microsoft.com/office/drawing/2014/main" id="{DEB16B48-92A6-0109-662D-C143D1180CBC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614863"/>
            <a:ext cx="6119813" cy="1677987"/>
            <a:chOff x="846" y="2984"/>
            <a:chExt cx="3855" cy="1057"/>
          </a:xfrm>
        </p:grpSpPr>
        <p:sp>
          <p:nvSpPr>
            <p:cNvPr id="33830" name="Text Box 82">
              <a:extLst>
                <a:ext uri="{FF2B5EF4-FFF2-40B4-BE49-F238E27FC236}">
                  <a16:creationId xmlns:a16="http://schemas.microsoft.com/office/drawing/2014/main" id="{7EBFAF55-1C97-435B-3C48-A57A11F69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6" y="3839"/>
              <a:ext cx="11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 sz="1500"/>
            </a:p>
          </p:txBody>
        </p:sp>
        <p:sp>
          <p:nvSpPr>
            <p:cNvPr id="33831" name="Text Box 83">
              <a:extLst>
                <a:ext uri="{FF2B5EF4-FFF2-40B4-BE49-F238E27FC236}">
                  <a16:creationId xmlns:a16="http://schemas.microsoft.com/office/drawing/2014/main" id="{E64E56B4-DCC5-EB36-F1C7-99607C25B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3" y="3839"/>
              <a:ext cx="11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 sz="1500"/>
            </a:p>
          </p:txBody>
        </p:sp>
        <p:grpSp>
          <p:nvGrpSpPr>
            <p:cNvPr id="33832" name="Group 84">
              <a:extLst>
                <a:ext uri="{FF2B5EF4-FFF2-40B4-BE49-F238E27FC236}">
                  <a16:creationId xmlns:a16="http://schemas.microsoft.com/office/drawing/2014/main" id="{7779FFF1-1C08-A828-35A9-059A01FFEA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759"/>
              <a:chOff x="846" y="2984"/>
              <a:chExt cx="3855" cy="759"/>
            </a:xfrm>
          </p:grpSpPr>
          <p:grpSp>
            <p:nvGrpSpPr>
              <p:cNvPr id="33833" name="Group 85">
                <a:extLst>
                  <a:ext uri="{FF2B5EF4-FFF2-40B4-BE49-F238E27FC236}">
                    <a16:creationId xmlns:a16="http://schemas.microsoft.com/office/drawing/2014/main" id="{26B567A7-411F-D8FC-B445-C9E4D816F8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6" y="2984"/>
                <a:ext cx="3855" cy="759"/>
                <a:chOff x="846" y="2984"/>
                <a:chExt cx="3855" cy="759"/>
              </a:xfrm>
            </p:grpSpPr>
            <p:pic>
              <p:nvPicPr>
                <p:cNvPr id="33836" name="Picture 86">
                  <a:extLst>
                    <a:ext uri="{FF2B5EF4-FFF2-40B4-BE49-F238E27FC236}">
                      <a16:creationId xmlns:a16="http://schemas.microsoft.com/office/drawing/2014/main" id="{8794E104-4359-CA65-B40F-56C515EA7D0E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3837" name="Picture 87">
                  <a:extLst>
                    <a:ext uri="{FF2B5EF4-FFF2-40B4-BE49-F238E27FC236}">
                      <a16:creationId xmlns:a16="http://schemas.microsoft.com/office/drawing/2014/main" id="{4ABBFFEE-8465-D866-FCC2-CD926C25E25D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2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33838" name="AutoShape 88">
                  <a:extLst>
                    <a:ext uri="{FF2B5EF4-FFF2-40B4-BE49-F238E27FC236}">
                      <a16:creationId xmlns:a16="http://schemas.microsoft.com/office/drawing/2014/main" id="{F954E708-05FF-CC79-830E-8DB626DE0A0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685" y="3364"/>
                  <a:ext cx="2177" cy="0"/>
                </a:xfrm>
                <a:prstGeom prst="straightConnector1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3834" name="Text Box 89">
                <a:extLst>
                  <a:ext uri="{FF2B5EF4-FFF2-40B4-BE49-F238E27FC236}">
                    <a16:creationId xmlns:a16="http://schemas.microsoft.com/office/drawing/2014/main" id="{8D4C7AAD-A186-BCD8-487B-957FA36580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7" y="3091"/>
                <a:ext cx="2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2400">
                    <a:solidFill>
                      <a:srgbClr val="FF6600"/>
                    </a:solidFill>
                  </a:rPr>
                  <a:t>A</a:t>
                </a:r>
              </a:p>
            </p:txBody>
          </p:sp>
          <p:sp>
            <p:nvSpPr>
              <p:cNvPr id="33835" name="Text Box 90">
                <a:extLst>
                  <a:ext uri="{FF2B5EF4-FFF2-40B4-BE49-F238E27FC236}">
                    <a16:creationId xmlns:a16="http://schemas.microsoft.com/office/drawing/2014/main" id="{E822D950-9176-8C97-DAF2-C6A98CFA0B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4" y="3091"/>
                <a:ext cx="26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2400">
                    <a:solidFill>
                      <a:srgbClr val="FF6600"/>
                    </a:solidFill>
                  </a:rPr>
                  <a:t>B</a:t>
                </a:r>
              </a:p>
            </p:txBody>
          </p:sp>
        </p:grpSp>
      </p:grpSp>
      <p:sp>
        <p:nvSpPr>
          <p:cNvPr id="398427" name="Text Box 91">
            <a:extLst>
              <a:ext uri="{FF2B5EF4-FFF2-40B4-BE49-F238E27FC236}">
                <a16:creationId xmlns:a16="http://schemas.microsoft.com/office/drawing/2014/main" id="{45FAC3EB-73E6-055F-96DC-4886E6A75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8413" y="4865688"/>
            <a:ext cx="3729037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500">
                <a:solidFill>
                  <a:srgbClr val="009900"/>
                </a:solidFill>
              </a:rPr>
              <a:t>0101011010101010101010101</a:t>
            </a:r>
          </a:p>
        </p:txBody>
      </p:sp>
      <p:sp>
        <p:nvSpPr>
          <p:cNvPr id="398428" name="Text Box 92">
            <a:extLst>
              <a:ext uri="{FF2B5EF4-FFF2-40B4-BE49-F238E27FC236}">
                <a16:creationId xmlns:a16="http://schemas.microsoft.com/office/drawing/2014/main" id="{36CF546F-28EA-4F87-6331-6CCBDF7B3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4865688"/>
            <a:ext cx="3729038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500">
                <a:solidFill>
                  <a:srgbClr val="009900"/>
                </a:solidFill>
              </a:rPr>
              <a:t>1010101101010101010101010</a:t>
            </a:r>
          </a:p>
        </p:txBody>
      </p:sp>
      <p:sp>
        <p:nvSpPr>
          <p:cNvPr id="398429" name="Text Box 93">
            <a:extLst>
              <a:ext uri="{FF2B5EF4-FFF2-40B4-BE49-F238E27FC236}">
                <a16:creationId xmlns:a16="http://schemas.microsoft.com/office/drawing/2014/main" id="{F1589F48-F9D7-4B21-EB1C-F2CEB3038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4865688"/>
            <a:ext cx="3729038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500">
                <a:solidFill>
                  <a:srgbClr val="009900"/>
                </a:solidFill>
              </a:rPr>
              <a:t>0101011010101010101010101</a:t>
            </a:r>
          </a:p>
        </p:txBody>
      </p:sp>
      <p:sp>
        <p:nvSpPr>
          <p:cNvPr id="398430" name="Text Box 94">
            <a:extLst>
              <a:ext uri="{FF2B5EF4-FFF2-40B4-BE49-F238E27FC236}">
                <a16:creationId xmlns:a16="http://schemas.microsoft.com/office/drawing/2014/main" id="{1C0258BB-2C54-9AD9-0A1F-831E1E769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4865688"/>
            <a:ext cx="3729038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500">
                <a:solidFill>
                  <a:srgbClr val="009900"/>
                </a:solidFill>
              </a:rPr>
              <a:t>1010101101010101010101010</a:t>
            </a:r>
          </a:p>
        </p:txBody>
      </p:sp>
      <p:sp>
        <p:nvSpPr>
          <p:cNvPr id="398431" name="Text Box 95">
            <a:extLst>
              <a:ext uri="{FF2B5EF4-FFF2-40B4-BE49-F238E27FC236}">
                <a16:creationId xmlns:a16="http://schemas.microsoft.com/office/drawing/2014/main" id="{845E4758-5A4F-0387-7D31-E90839172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4865688"/>
            <a:ext cx="3729038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500">
                <a:solidFill>
                  <a:srgbClr val="009900"/>
                </a:solidFill>
              </a:rPr>
              <a:t>0101011010101010101010101</a:t>
            </a:r>
          </a:p>
        </p:txBody>
      </p:sp>
      <p:sp>
        <p:nvSpPr>
          <p:cNvPr id="33815" name="Date Placeholder 3">
            <a:extLst>
              <a:ext uri="{FF2B5EF4-FFF2-40B4-BE49-F238E27FC236}">
                <a16:creationId xmlns:a16="http://schemas.microsoft.com/office/drawing/2014/main" id="{08B4C2DC-30A4-D8C0-0992-4B6BCE1E71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E5A0F6B-B725-4AC9-BF54-2B9173A38377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3816" name="Footer Placeholder 4">
            <a:extLst>
              <a:ext uri="{FF2B5EF4-FFF2-40B4-BE49-F238E27FC236}">
                <a16:creationId xmlns:a16="http://schemas.microsoft.com/office/drawing/2014/main" id="{65E5A48A-CE52-370D-0F0A-2B7BC39E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3817" name="Slide Number Placeholder 5">
            <a:extLst>
              <a:ext uri="{FF2B5EF4-FFF2-40B4-BE49-F238E27FC236}">
                <a16:creationId xmlns:a16="http://schemas.microsoft.com/office/drawing/2014/main" id="{21D21A72-941D-22FE-4413-CD7643BB45CD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134C2D12-9168-435C-B899-4519B40D15A1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30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Trapezoid 62">
            <a:extLst>
              <a:ext uri="{FF2B5EF4-FFF2-40B4-BE49-F238E27FC236}">
                <a16:creationId xmlns:a16="http://schemas.microsoft.com/office/drawing/2014/main" id="{AF2848E7-0AF1-F076-2EDC-FD9A241D1D90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4" name="Trapezoid 63">
            <a:extLst>
              <a:ext uri="{FF2B5EF4-FFF2-40B4-BE49-F238E27FC236}">
                <a16:creationId xmlns:a16="http://schemas.microsoft.com/office/drawing/2014/main" id="{4828B0C5-CA9E-0F52-2022-A3C7F5CABCFC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5" name="Trapezoid 64">
            <a:extLst>
              <a:ext uri="{FF2B5EF4-FFF2-40B4-BE49-F238E27FC236}">
                <a16:creationId xmlns:a16="http://schemas.microsoft.com/office/drawing/2014/main" id="{C97AB850-49A3-53A9-E126-21A95D4B3F2E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6" name="Trapezoid 65">
            <a:extLst>
              <a:ext uri="{FF2B5EF4-FFF2-40B4-BE49-F238E27FC236}">
                <a16:creationId xmlns:a16="http://schemas.microsoft.com/office/drawing/2014/main" id="{FCB25A45-15AA-FDD1-370C-8F66BBC48B61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8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8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98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984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398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3984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3984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9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63" grpId="0" animBg="1" autoUpdateAnimBg="0"/>
      <p:bldP spid="398371" grpId="0" animBg="1" autoUpdateAnimBg="0"/>
      <p:bldP spid="398383" grpId="0" animBg="1"/>
      <p:bldP spid="398395" grpId="0" animBg="1" autoUpdateAnimBg="0"/>
      <p:bldP spid="398427" grpId="0" animBg="1" autoUpdateAnimBg="0"/>
      <p:bldP spid="398428" grpId="0" animBg="1" autoUpdateAnimBg="0"/>
      <p:bldP spid="398429" grpId="0" animBg="1" autoUpdateAnimBg="0"/>
      <p:bldP spid="398430" grpId="0" animBg="1" autoUpdateAnimBg="0"/>
      <p:bldP spid="398431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CC3AC7C9-3481-BB17-B298-18A30F25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E241B4C-708C-437A-93ED-105045C4970C}" type="slidenum">
              <a:rPr lang="en-US" altLang="en-US" sz="1200">
                <a:solidFill>
                  <a:srgbClr val="898989"/>
                </a:solidFill>
              </a:rPr>
              <a:pPr/>
              <a:t>31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4819" name="Rectangle 39">
            <a:extLst>
              <a:ext uri="{FF2B5EF4-FFF2-40B4-BE49-F238E27FC236}">
                <a16:creationId xmlns:a16="http://schemas.microsoft.com/office/drawing/2014/main" id="{D3EFD060-F3EA-A37C-7C8C-811AA6A7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5827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Data flow from Physical Layer</a:t>
            </a:r>
          </a:p>
        </p:txBody>
      </p:sp>
      <p:sp>
        <p:nvSpPr>
          <p:cNvPr id="384040" name="Rectangle 40">
            <a:extLst>
              <a:ext uri="{FF2B5EF4-FFF2-40B4-BE49-F238E27FC236}">
                <a16:creationId xmlns:a16="http://schemas.microsoft.com/office/drawing/2014/main" id="{37FC7C4F-B43F-FE37-4E6E-958B6F13D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2907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84041" name="Rectangle 41">
            <a:extLst>
              <a:ext uri="{FF2B5EF4-FFF2-40B4-BE49-F238E27FC236}">
                <a16:creationId xmlns:a16="http://schemas.microsoft.com/office/drawing/2014/main" id="{1B3FF6E1-3A33-2064-E2A7-6B7679F92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61925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84042" name="Rectangle 42">
            <a:extLst>
              <a:ext uri="{FF2B5EF4-FFF2-40B4-BE49-F238E27FC236}">
                <a16:creationId xmlns:a16="http://schemas.microsoft.com/office/drawing/2014/main" id="{96630933-3D85-06F7-188C-2A98D3944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963863"/>
            <a:ext cx="1898650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384043" name="AutoShape 43">
            <a:extLst>
              <a:ext uri="{FF2B5EF4-FFF2-40B4-BE49-F238E27FC236}">
                <a16:creationId xmlns:a16="http://schemas.microsoft.com/office/drawing/2014/main" id="{335F2D93-BCA0-B119-7E32-8C39C06D3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1763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4044" name="AutoShape 44">
            <a:extLst>
              <a:ext uri="{FF2B5EF4-FFF2-40B4-BE49-F238E27FC236}">
                <a16:creationId xmlns:a16="http://schemas.microsoft.com/office/drawing/2014/main" id="{9C83C77A-3D57-98F3-96A7-A49005839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46062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4045" name="AutoShape 45">
            <a:extLst>
              <a:ext uri="{FF2B5EF4-FFF2-40B4-BE49-F238E27FC236}">
                <a16:creationId xmlns:a16="http://schemas.microsoft.com/office/drawing/2014/main" id="{8494768D-55F6-2155-DF0E-D54B3CDB6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3094038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4046" name="Rectangle 46">
            <a:extLst>
              <a:ext uri="{FF2B5EF4-FFF2-40B4-BE49-F238E27FC236}">
                <a16:creationId xmlns:a16="http://schemas.microsoft.com/office/drawing/2014/main" id="{ECBBB63B-3239-F1B3-FB04-459A708FA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3597275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384047" name="AutoShape 47">
            <a:extLst>
              <a:ext uri="{FF2B5EF4-FFF2-40B4-BE49-F238E27FC236}">
                <a16:creationId xmlns:a16="http://schemas.microsoft.com/office/drawing/2014/main" id="{CFE24D22-C240-48C6-9F93-AFD6B4965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3740150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4051" name="AutoShape 51">
            <a:extLst>
              <a:ext uri="{FF2B5EF4-FFF2-40B4-BE49-F238E27FC236}">
                <a16:creationId xmlns:a16="http://schemas.microsoft.com/office/drawing/2014/main" id="{E87F3443-0BE9-BD6D-6471-BF81D7B4D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213" y="5646738"/>
            <a:ext cx="769937" cy="358775"/>
          </a:xfrm>
          <a:prstGeom prst="leftArrow">
            <a:avLst>
              <a:gd name="adj1" fmla="val 50000"/>
              <a:gd name="adj2" fmla="val 53650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4052" name="Rectangle 52">
            <a:extLst>
              <a:ext uri="{FF2B5EF4-FFF2-40B4-BE49-F238E27FC236}">
                <a16:creationId xmlns:a16="http://schemas.microsoft.com/office/drawing/2014/main" id="{9B5743BB-B6C0-10D0-8ACB-74ABBF93A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4241800"/>
            <a:ext cx="1898650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Packet</a:t>
            </a:r>
          </a:p>
        </p:txBody>
      </p:sp>
      <p:sp>
        <p:nvSpPr>
          <p:cNvPr id="384053" name="AutoShape 53">
            <a:extLst>
              <a:ext uri="{FF2B5EF4-FFF2-40B4-BE49-F238E27FC236}">
                <a16:creationId xmlns:a16="http://schemas.microsoft.com/office/drawing/2014/main" id="{44E91970-B00E-D41E-A20D-3913CD5CF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438467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84058" name="Rectangle 58">
            <a:extLst>
              <a:ext uri="{FF2B5EF4-FFF2-40B4-BE49-F238E27FC236}">
                <a16:creationId xmlns:a16="http://schemas.microsoft.com/office/drawing/2014/main" id="{DD72B486-25B8-3006-1D26-32D366CF2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4886325"/>
            <a:ext cx="1898650" cy="5365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Frame</a:t>
            </a:r>
          </a:p>
        </p:txBody>
      </p:sp>
      <p:sp>
        <p:nvSpPr>
          <p:cNvPr id="384059" name="Rectangle 59">
            <a:extLst>
              <a:ext uri="{FF2B5EF4-FFF2-40B4-BE49-F238E27FC236}">
                <a16:creationId xmlns:a16="http://schemas.microsoft.com/office/drawing/2014/main" id="{C0CF0DE8-F4DF-9691-5D7E-584FADCB3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3" y="5532438"/>
            <a:ext cx="1898650" cy="5365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Bits</a:t>
            </a:r>
          </a:p>
        </p:txBody>
      </p:sp>
      <p:sp>
        <p:nvSpPr>
          <p:cNvPr id="384060" name="AutoShape 60">
            <a:extLst>
              <a:ext uri="{FF2B5EF4-FFF2-40B4-BE49-F238E27FC236}">
                <a16:creationId xmlns:a16="http://schemas.microsoft.com/office/drawing/2014/main" id="{28CDA8E8-2D21-3747-E0BB-BD0A9FC3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5065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2" name="Group 63">
            <a:extLst>
              <a:ext uri="{FF2B5EF4-FFF2-40B4-BE49-F238E27FC236}">
                <a16:creationId xmlns:a16="http://schemas.microsoft.com/office/drawing/2014/main" id="{9EC3DC69-342A-644F-C889-055E35CB6209}"/>
              </a:ext>
            </a:extLst>
          </p:cNvPr>
          <p:cNvGrpSpPr>
            <a:grpSpLocks/>
          </p:cNvGrpSpPr>
          <p:nvPr/>
        </p:nvGrpSpPr>
        <p:grpSpPr bwMode="auto">
          <a:xfrm>
            <a:off x="136525" y="5092700"/>
            <a:ext cx="1539875" cy="1031875"/>
            <a:chOff x="86" y="3146"/>
            <a:chExt cx="970" cy="760"/>
          </a:xfrm>
        </p:grpSpPr>
        <p:sp>
          <p:nvSpPr>
            <p:cNvPr id="34859" name="Text Box 3">
              <a:extLst>
                <a:ext uri="{FF2B5EF4-FFF2-40B4-BE49-F238E27FC236}">
                  <a16:creationId xmlns:a16="http://schemas.microsoft.com/office/drawing/2014/main" id="{D988610D-D90B-FD15-340C-8C05BF9A4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" y="3146"/>
              <a:ext cx="11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pic>
          <p:nvPicPr>
            <p:cNvPr id="34860" name="Picture 62">
              <a:extLst>
                <a:ext uri="{FF2B5EF4-FFF2-40B4-BE49-F238E27FC236}">
                  <a16:creationId xmlns:a16="http://schemas.microsoft.com/office/drawing/2014/main" id="{24696185-2D5B-8F9B-8093-99368C0DBF6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" y="3453"/>
              <a:ext cx="970" cy="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64">
            <a:extLst>
              <a:ext uri="{FF2B5EF4-FFF2-40B4-BE49-F238E27FC236}">
                <a16:creationId xmlns:a16="http://schemas.microsoft.com/office/drawing/2014/main" id="{CA44DB7F-64C8-ACF0-6909-2A8C53EE9B30}"/>
              </a:ext>
            </a:extLst>
          </p:cNvPr>
          <p:cNvGrpSpPr>
            <a:grpSpLocks/>
          </p:cNvGrpSpPr>
          <p:nvPr/>
        </p:nvGrpSpPr>
        <p:grpSpPr bwMode="auto">
          <a:xfrm>
            <a:off x="2751138" y="1585913"/>
            <a:ext cx="2514600" cy="4540250"/>
            <a:chOff x="1733" y="900"/>
            <a:chExt cx="1584" cy="2860"/>
          </a:xfrm>
        </p:grpSpPr>
        <p:sp>
          <p:nvSpPr>
            <p:cNvPr id="384065" name="Rectangle 65">
              <a:extLst>
                <a:ext uri="{FF2B5EF4-FFF2-40B4-BE49-F238E27FC236}">
                  <a16:creationId xmlns:a16="http://schemas.microsoft.com/office/drawing/2014/main" id="{E101D6C9-1D59-DBFB-5D14-0A3BD41A5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900"/>
              <a:ext cx="1584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Application </a:t>
              </a:r>
            </a:p>
          </p:txBody>
        </p:sp>
        <p:sp>
          <p:nvSpPr>
            <p:cNvPr id="384066" name="Rectangle 66">
              <a:extLst>
                <a:ext uri="{FF2B5EF4-FFF2-40B4-BE49-F238E27FC236}">
                  <a16:creationId xmlns:a16="http://schemas.microsoft.com/office/drawing/2014/main" id="{5D47588E-1C0A-1476-673E-C0DEBF84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306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384067" name="Rectangle 67">
              <a:extLst>
                <a:ext uri="{FF2B5EF4-FFF2-40B4-BE49-F238E27FC236}">
                  <a16:creationId xmlns:a16="http://schemas.microsoft.com/office/drawing/2014/main" id="{73A0A8F0-9F30-727F-1C26-8637B79FD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716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  <p:sp>
          <p:nvSpPr>
            <p:cNvPr id="384068" name="Rectangle 68">
              <a:extLst>
                <a:ext uri="{FF2B5EF4-FFF2-40B4-BE49-F238E27FC236}">
                  <a16:creationId xmlns:a16="http://schemas.microsoft.com/office/drawing/2014/main" id="{E2D06D2A-9794-8510-FD34-FCCBF8B9E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123"/>
              <a:ext cx="1584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Transport  </a:t>
              </a:r>
            </a:p>
          </p:txBody>
        </p:sp>
        <p:sp>
          <p:nvSpPr>
            <p:cNvPr id="384069" name="Rectangle 69">
              <a:extLst>
                <a:ext uri="{FF2B5EF4-FFF2-40B4-BE49-F238E27FC236}">
                  <a16:creationId xmlns:a16="http://schemas.microsoft.com/office/drawing/2014/main" id="{82BFB49D-BF59-3C8B-F3A5-8971FB809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530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384070" name="Rectangle 70">
              <a:extLst>
                <a:ext uri="{FF2B5EF4-FFF2-40B4-BE49-F238E27FC236}">
                  <a16:creationId xmlns:a16="http://schemas.microsoft.com/office/drawing/2014/main" id="{8E2D614F-6120-64E8-7A8F-7D5EA2E8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940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384071" name="Rectangle 71">
              <a:extLst>
                <a:ext uri="{FF2B5EF4-FFF2-40B4-BE49-F238E27FC236}">
                  <a16:creationId xmlns:a16="http://schemas.microsoft.com/office/drawing/2014/main" id="{EA7D2D62-D161-78BB-A53F-4BBC9FEB4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3350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384072" name="Text Box 72">
            <a:extLst>
              <a:ext uri="{FF2B5EF4-FFF2-40B4-BE49-F238E27FC236}">
                <a16:creationId xmlns:a16="http://schemas.microsoft.com/office/drawing/2014/main" id="{20F0BC97-D746-E538-1CBF-4D212C709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4325" y="4659313"/>
            <a:ext cx="32639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/>
              <a:t>  Devices that work at </a:t>
            </a:r>
          </a:p>
          <a:p>
            <a:r>
              <a:rPr lang="en-US" altLang="en-US" sz="1400"/>
              <a:t>physical layer are ..</a:t>
            </a:r>
          </a:p>
          <a:p>
            <a:r>
              <a:rPr lang="en-US" altLang="en-US" sz="1400"/>
              <a:t>Hub, Repeater.. Etc</a:t>
            </a:r>
          </a:p>
          <a:p>
            <a:endParaRPr lang="en-US" altLang="en-US" sz="1400"/>
          </a:p>
        </p:txBody>
      </p:sp>
      <p:sp>
        <p:nvSpPr>
          <p:cNvPr id="34837" name="Date Placeholder 3">
            <a:extLst>
              <a:ext uri="{FF2B5EF4-FFF2-40B4-BE49-F238E27FC236}">
                <a16:creationId xmlns:a16="http://schemas.microsoft.com/office/drawing/2014/main" id="{3B1181D6-B6B0-0E5F-4410-F58B544FE5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150EEF9-F63A-4F25-8BBE-C65A2579A310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4838" name="Footer Placeholder 4">
            <a:extLst>
              <a:ext uri="{FF2B5EF4-FFF2-40B4-BE49-F238E27FC236}">
                <a16:creationId xmlns:a16="http://schemas.microsoft.com/office/drawing/2014/main" id="{DEF1119D-63C9-09CA-9BC9-F9C44F31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4839" name="Slide Number Placeholder 5">
            <a:extLst>
              <a:ext uri="{FF2B5EF4-FFF2-40B4-BE49-F238E27FC236}">
                <a16:creationId xmlns:a16="http://schemas.microsoft.com/office/drawing/2014/main" id="{CE5C7E35-A1F5-7F55-70F9-82F939A89D90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3ECCAC6B-9B9C-4E25-BB06-316929B76293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31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081A7795-8E38-F18E-6BA1-93F44F1781E7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Trapezoid 33">
            <a:extLst>
              <a:ext uri="{FF2B5EF4-FFF2-40B4-BE49-F238E27FC236}">
                <a16:creationId xmlns:a16="http://schemas.microsoft.com/office/drawing/2014/main" id="{283D6E2E-6FE9-F632-E2CA-2B78A1165F1E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5" name="Trapezoid 34">
            <a:extLst>
              <a:ext uri="{FF2B5EF4-FFF2-40B4-BE49-F238E27FC236}">
                <a16:creationId xmlns:a16="http://schemas.microsoft.com/office/drawing/2014/main" id="{B0B9FBBC-72F0-D41C-1DE0-25DA43B1AFEF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1E902F2A-FD72-EA28-5761-6A2EA62AC33C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8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8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8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8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84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4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8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38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40" grpId="0" animBg="1" autoUpdateAnimBg="0"/>
      <p:bldP spid="384041" grpId="0" animBg="1" autoUpdateAnimBg="0"/>
      <p:bldP spid="384042" grpId="0" animBg="1" autoUpdateAnimBg="0"/>
      <p:bldP spid="384043" grpId="0" animBg="1"/>
      <p:bldP spid="384044" grpId="0" animBg="1"/>
      <p:bldP spid="384045" grpId="0" animBg="1"/>
      <p:bldP spid="384046" grpId="0" animBg="1" autoUpdateAnimBg="0"/>
      <p:bldP spid="384047" grpId="0" animBg="1"/>
      <p:bldP spid="384051" grpId="0" animBg="1"/>
      <p:bldP spid="384052" grpId="0" animBg="1" autoUpdateAnimBg="0"/>
      <p:bldP spid="384053" grpId="0" animBg="1"/>
      <p:bldP spid="384058" grpId="0" animBg="1" autoUpdateAnimBg="0"/>
      <p:bldP spid="384059" grpId="0" animBg="1" autoUpdateAnimBg="0"/>
      <p:bldP spid="384060" grpId="0" animBg="1"/>
      <p:bldP spid="38407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Number Placeholder 5">
            <a:extLst>
              <a:ext uri="{FF2B5EF4-FFF2-40B4-BE49-F238E27FC236}">
                <a16:creationId xmlns:a16="http://schemas.microsoft.com/office/drawing/2014/main" id="{4FB79DC4-C67F-EBB2-3EEC-8857D767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8A4661F-36B5-4EF0-891E-89074ADDE238}" type="slidenum">
              <a:rPr lang="en-US" altLang="en-US" sz="1200">
                <a:solidFill>
                  <a:srgbClr val="898989"/>
                </a:solidFill>
              </a:rPr>
              <a:pPr/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04482" name="Rectangle 2">
            <a:extLst>
              <a:ext uri="{FF2B5EF4-FFF2-40B4-BE49-F238E27FC236}">
                <a16:creationId xmlns:a16="http://schemas.microsoft.com/office/drawing/2014/main" id="{22588CB1-2EB5-312A-9359-7FA7D6CCF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3802063"/>
            <a:ext cx="1414463" cy="50165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9CAA5802-5A9A-B412-FF5A-9DBF6FBD8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4427538"/>
            <a:ext cx="1397000" cy="52070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Packet</a:t>
            </a:r>
          </a:p>
        </p:txBody>
      </p:sp>
      <p:sp>
        <p:nvSpPr>
          <p:cNvPr id="404484" name="Rectangle 4">
            <a:extLst>
              <a:ext uri="{FF2B5EF4-FFF2-40B4-BE49-F238E27FC236}">
                <a16:creationId xmlns:a16="http://schemas.microsoft.com/office/drawing/2014/main" id="{01C0A90B-9B8E-7A63-BA23-CFBC17585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5056188"/>
            <a:ext cx="1414462" cy="501650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Frame</a:t>
            </a:r>
          </a:p>
        </p:txBody>
      </p:sp>
      <p:grpSp>
        <p:nvGrpSpPr>
          <p:cNvPr id="35846" name="Group 5">
            <a:extLst>
              <a:ext uri="{FF2B5EF4-FFF2-40B4-BE49-F238E27FC236}">
                <a16:creationId xmlns:a16="http://schemas.microsoft.com/office/drawing/2014/main" id="{D79C824C-3361-6EBD-C6E2-417C4A9CEA26}"/>
              </a:ext>
            </a:extLst>
          </p:cNvPr>
          <p:cNvGrpSpPr>
            <a:grpSpLocks/>
          </p:cNvGrpSpPr>
          <p:nvPr/>
        </p:nvGrpSpPr>
        <p:grpSpPr bwMode="auto">
          <a:xfrm>
            <a:off x="446088" y="760413"/>
            <a:ext cx="1331912" cy="1204912"/>
            <a:chOff x="281" y="479"/>
            <a:chExt cx="839" cy="759"/>
          </a:xfrm>
        </p:grpSpPr>
        <p:pic>
          <p:nvPicPr>
            <p:cNvPr id="35960" name="Picture 6">
              <a:extLst>
                <a:ext uri="{FF2B5EF4-FFF2-40B4-BE49-F238E27FC236}">
                  <a16:creationId xmlns:a16="http://schemas.microsoft.com/office/drawing/2014/main" id="{177AB006-1AE9-3B5A-6608-AB376E543D03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" y="479"/>
              <a:ext cx="839" cy="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61" name="Text Box 7">
              <a:extLst>
                <a:ext uri="{FF2B5EF4-FFF2-40B4-BE49-F238E27FC236}">
                  <a16:creationId xmlns:a16="http://schemas.microsoft.com/office/drawing/2014/main" id="{9018AB37-733F-E482-B536-FB9427FD8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" y="586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A</a:t>
              </a:r>
            </a:p>
          </p:txBody>
        </p:sp>
      </p:grpSp>
      <p:grpSp>
        <p:nvGrpSpPr>
          <p:cNvPr id="35847" name="Group 8">
            <a:extLst>
              <a:ext uri="{FF2B5EF4-FFF2-40B4-BE49-F238E27FC236}">
                <a16:creationId xmlns:a16="http://schemas.microsoft.com/office/drawing/2014/main" id="{71A8215D-B8B7-5125-6F20-AB46310F77CD}"/>
              </a:ext>
            </a:extLst>
          </p:cNvPr>
          <p:cNvGrpSpPr>
            <a:grpSpLocks/>
          </p:cNvGrpSpPr>
          <p:nvPr/>
        </p:nvGrpSpPr>
        <p:grpSpPr bwMode="auto">
          <a:xfrm>
            <a:off x="6824663" y="766763"/>
            <a:ext cx="1312862" cy="1185862"/>
            <a:chOff x="4299" y="483"/>
            <a:chExt cx="827" cy="747"/>
          </a:xfrm>
        </p:grpSpPr>
        <p:grpSp>
          <p:nvGrpSpPr>
            <p:cNvPr id="35937" name="Group 9">
              <a:extLst>
                <a:ext uri="{FF2B5EF4-FFF2-40B4-BE49-F238E27FC236}">
                  <a16:creationId xmlns:a16="http://schemas.microsoft.com/office/drawing/2014/main" id="{FDC19F5B-FA13-771D-DFC5-0BE1BA01BEF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299" y="483"/>
              <a:ext cx="827" cy="747"/>
              <a:chOff x="4299" y="483"/>
              <a:chExt cx="827" cy="747"/>
            </a:xfrm>
          </p:grpSpPr>
          <p:sp>
            <p:nvSpPr>
              <p:cNvPr id="35939" name="Rectangle 10">
                <a:extLst>
                  <a:ext uri="{FF2B5EF4-FFF2-40B4-BE49-F238E27FC236}">
                    <a16:creationId xmlns:a16="http://schemas.microsoft.com/office/drawing/2014/main" id="{46BE4B18-8576-BD99-2A6A-C75A70F9C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9" y="984"/>
                <a:ext cx="747" cy="137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0" name="Rectangle 11">
                <a:extLst>
                  <a:ext uri="{FF2B5EF4-FFF2-40B4-BE49-F238E27FC236}">
                    <a16:creationId xmlns:a16="http://schemas.microsoft.com/office/drawing/2014/main" id="{E55B5302-D4FF-8ED9-3B64-40062FBD5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1" y="986"/>
                <a:ext cx="743" cy="133"/>
              </a:xfrm>
              <a:prstGeom prst="rect">
                <a:avLst/>
              </a:prstGeom>
              <a:solidFill>
                <a:srgbClr val="B7B79D"/>
              </a:solidFill>
              <a:ln w="6350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1" name="Freeform 12">
                <a:extLst>
                  <a:ext uri="{FF2B5EF4-FFF2-40B4-BE49-F238E27FC236}">
                    <a16:creationId xmlns:a16="http://schemas.microsoft.com/office/drawing/2014/main" id="{F0E82B15-E28A-A6AA-53C1-76F0598C5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909"/>
                <a:ext cx="827" cy="75"/>
              </a:xfrm>
              <a:custGeom>
                <a:avLst/>
                <a:gdLst>
                  <a:gd name="T0" fmla="*/ 0 w 827"/>
                  <a:gd name="T1" fmla="*/ 75 h 75"/>
                  <a:gd name="T2" fmla="*/ 79 w 827"/>
                  <a:gd name="T3" fmla="*/ 0 h 75"/>
                  <a:gd name="T4" fmla="*/ 827 w 827"/>
                  <a:gd name="T5" fmla="*/ 0 h 75"/>
                  <a:gd name="T6" fmla="*/ 747 w 827"/>
                  <a:gd name="T7" fmla="*/ 75 h 75"/>
                  <a:gd name="T8" fmla="*/ 0 w 827"/>
                  <a:gd name="T9" fmla="*/ 75 h 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7"/>
                  <a:gd name="T16" fmla="*/ 0 h 75"/>
                  <a:gd name="T17" fmla="*/ 827 w 827"/>
                  <a:gd name="T18" fmla="*/ 75 h 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7" h="75">
                    <a:moveTo>
                      <a:pt x="0" y="75"/>
                    </a:moveTo>
                    <a:lnTo>
                      <a:pt x="79" y="0"/>
                    </a:lnTo>
                    <a:lnTo>
                      <a:pt x="827" y="0"/>
                    </a:lnTo>
                    <a:lnTo>
                      <a:pt x="747" y="75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2" name="Freeform 13">
                <a:extLst>
                  <a:ext uri="{FF2B5EF4-FFF2-40B4-BE49-F238E27FC236}">
                    <a16:creationId xmlns:a16="http://schemas.microsoft.com/office/drawing/2014/main" id="{D06540B2-4505-1958-F438-F68DA3206C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9" y="909"/>
                <a:ext cx="827" cy="75"/>
              </a:xfrm>
              <a:custGeom>
                <a:avLst/>
                <a:gdLst>
                  <a:gd name="T0" fmla="*/ 0 w 827"/>
                  <a:gd name="T1" fmla="*/ 75 h 75"/>
                  <a:gd name="T2" fmla="*/ 79 w 827"/>
                  <a:gd name="T3" fmla="*/ 0 h 75"/>
                  <a:gd name="T4" fmla="*/ 827 w 827"/>
                  <a:gd name="T5" fmla="*/ 0 h 75"/>
                  <a:gd name="T6" fmla="*/ 747 w 827"/>
                  <a:gd name="T7" fmla="*/ 75 h 75"/>
                  <a:gd name="T8" fmla="*/ 0 w 827"/>
                  <a:gd name="T9" fmla="*/ 75 h 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27"/>
                  <a:gd name="T16" fmla="*/ 0 h 75"/>
                  <a:gd name="T17" fmla="*/ 827 w 827"/>
                  <a:gd name="T18" fmla="*/ 75 h 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27" h="75">
                    <a:moveTo>
                      <a:pt x="0" y="75"/>
                    </a:moveTo>
                    <a:lnTo>
                      <a:pt x="79" y="0"/>
                    </a:lnTo>
                    <a:lnTo>
                      <a:pt x="827" y="0"/>
                    </a:lnTo>
                    <a:lnTo>
                      <a:pt x="747" y="75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C9C9B6"/>
              </a:solidFill>
              <a:ln w="6350">
                <a:solidFill>
                  <a:srgbClr val="494936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3" name="Line 14">
                <a:extLst>
                  <a:ext uri="{FF2B5EF4-FFF2-40B4-BE49-F238E27FC236}">
                    <a16:creationId xmlns:a16="http://schemas.microsoft.com/office/drawing/2014/main" id="{C2F281AB-FF1E-F57A-5786-7C8279AA7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25" y="1046"/>
                <a:ext cx="180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44" name="Freeform 15">
                <a:extLst>
                  <a:ext uri="{FF2B5EF4-FFF2-40B4-BE49-F238E27FC236}">
                    <a16:creationId xmlns:a16="http://schemas.microsoft.com/office/drawing/2014/main" id="{4E2132F4-EAB1-E2F1-1C01-4D155811C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6" y="909"/>
                <a:ext cx="80" cy="212"/>
              </a:xfrm>
              <a:custGeom>
                <a:avLst/>
                <a:gdLst>
                  <a:gd name="T0" fmla="*/ 0 w 80"/>
                  <a:gd name="T1" fmla="*/ 212 h 212"/>
                  <a:gd name="T2" fmla="*/ 80 w 80"/>
                  <a:gd name="T3" fmla="*/ 133 h 212"/>
                  <a:gd name="T4" fmla="*/ 80 w 80"/>
                  <a:gd name="T5" fmla="*/ 0 h 212"/>
                  <a:gd name="T6" fmla="*/ 0 w 80"/>
                  <a:gd name="T7" fmla="*/ 75 h 212"/>
                  <a:gd name="T8" fmla="*/ 0 w 80"/>
                  <a:gd name="T9" fmla="*/ 212 h 2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212"/>
                  <a:gd name="T17" fmla="*/ 80 w 80"/>
                  <a:gd name="T18" fmla="*/ 212 h 2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212">
                    <a:moveTo>
                      <a:pt x="0" y="212"/>
                    </a:moveTo>
                    <a:lnTo>
                      <a:pt x="80" y="133"/>
                    </a:lnTo>
                    <a:lnTo>
                      <a:pt x="80" y="0"/>
                    </a:lnTo>
                    <a:lnTo>
                      <a:pt x="0" y="75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5" name="Freeform 16">
                <a:extLst>
                  <a:ext uri="{FF2B5EF4-FFF2-40B4-BE49-F238E27FC236}">
                    <a16:creationId xmlns:a16="http://schemas.microsoft.com/office/drawing/2014/main" id="{AEBA22B3-A352-EEB7-48C2-2585A7C68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6" y="909"/>
                <a:ext cx="80" cy="212"/>
              </a:xfrm>
              <a:custGeom>
                <a:avLst/>
                <a:gdLst>
                  <a:gd name="T0" fmla="*/ 0 w 80"/>
                  <a:gd name="T1" fmla="*/ 212 h 212"/>
                  <a:gd name="T2" fmla="*/ 80 w 80"/>
                  <a:gd name="T3" fmla="*/ 133 h 212"/>
                  <a:gd name="T4" fmla="*/ 80 w 80"/>
                  <a:gd name="T5" fmla="*/ 0 h 212"/>
                  <a:gd name="T6" fmla="*/ 0 w 80"/>
                  <a:gd name="T7" fmla="*/ 75 h 212"/>
                  <a:gd name="T8" fmla="*/ 0 w 80"/>
                  <a:gd name="T9" fmla="*/ 212 h 2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212"/>
                  <a:gd name="T17" fmla="*/ 80 w 80"/>
                  <a:gd name="T18" fmla="*/ 212 h 2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212">
                    <a:moveTo>
                      <a:pt x="0" y="212"/>
                    </a:moveTo>
                    <a:lnTo>
                      <a:pt x="80" y="133"/>
                    </a:lnTo>
                    <a:lnTo>
                      <a:pt x="80" y="0"/>
                    </a:lnTo>
                    <a:lnTo>
                      <a:pt x="0" y="75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7A7A5A"/>
              </a:solidFill>
              <a:ln w="6350">
                <a:solidFill>
                  <a:srgbClr val="494936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6" name="Freeform 17">
                <a:extLst>
                  <a:ext uri="{FF2B5EF4-FFF2-40B4-BE49-F238E27FC236}">
                    <a16:creationId xmlns:a16="http://schemas.microsoft.com/office/drawing/2014/main" id="{C3016B7B-CDC6-043E-0A42-62F735A23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3" y="1105"/>
                <a:ext cx="660" cy="104"/>
              </a:xfrm>
              <a:custGeom>
                <a:avLst/>
                <a:gdLst>
                  <a:gd name="T0" fmla="*/ 0 w 660"/>
                  <a:gd name="T1" fmla="*/ 104 h 104"/>
                  <a:gd name="T2" fmla="*/ 84 w 660"/>
                  <a:gd name="T3" fmla="*/ 0 h 104"/>
                  <a:gd name="T4" fmla="*/ 660 w 660"/>
                  <a:gd name="T5" fmla="*/ 0 h 104"/>
                  <a:gd name="T6" fmla="*/ 576 w 660"/>
                  <a:gd name="T7" fmla="*/ 104 h 104"/>
                  <a:gd name="T8" fmla="*/ 0 w 660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0"/>
                  <a:gd name="T16" fmla="*/ 0 h 104"/>
                  <a:gd name="T17" fmla="*/ 660 w 660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0" h="104">
                    <a:moveTo>
                      <a:pt x="0" y="104"/>
                    </a:moveTo>
                    <a:lnTo>
                      <a:pt x="84" y="0"/>
                    </a:lnTo>
                    <a:lnTo>
                      <a:pt x="660" y="0"/>
                    </a:lnTo>
                    <a:lnTo>
                      <a:pt x="576" y="104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7" name="Freeform 18">
                <a:extLst>
                  <a:ext uri="{FF2B5EF4-FFF2-40B4-BE49-F238E27FC236}">
                    <a16:creationId xmlns:a16="http://schemas.microsoft.com/office/drawing/2014/main" id="{E85F8155-70DD-5491-95B1-43A340724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3" y="1105"/>
                <a:ext cx="660" cy="104"/>
              </a:xfrm>
              <a:custGeom>
                <a:avLst/>
                <a:gdLst>
                  <a:gd name="T0" fmla="*/ 0 w 660"/>
                  <a:gd name="T1" fmla="*/ 104 h 104"/>
                  <a:gd name="T2" fmla="*/ 84 w 660"/>
                  <a:gd name="T3" fmla="*/ 0 h 104"/>
                  <a:gd name="T4" fmla="*/ 660 w 660"/>
                  <a:gd name="T5" fmla="*/ 0 h 104"/>
                  <a:gd name="T6" fmla="*/ 576 w 660"/>
                  <a:gd name="T7" fmla="*/ 104 h 104"/>
                  <a:gd name="T8" fmla="*/ 0 w 660"/>
                  <a:gd name="T9" fmla="*/ 104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0"/>
                  <a:gd name="T16" fmla="*/ 0 h 104"/>
                  <a:gd name="T17" fmla="*/ 660 w 660"/>
                  <a:gd name="T18" fmla="*/ 104 h 1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0" h="104">
                    <a:moveTo>
                      <a:pt x="0" y="104"/>
                    </a:moveTo>
                    <a:lnTo>
                      <a:pt x="84" y="0"/>
                    </a:lnTo>
                    <a:lnTo>
                      <a:pt x="660" y="0"/>
                    </a:lnTo>
                    <a:lnTo>
                      <a:pt x="576" y="104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C9C9B6"/>
              </a:solidFill>
              <a:ln w="6350">
                <a:solidFill>
                  <a:srgbClr val="494936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8" name="Freeform 19">
                <a:extLst>
                  <a:ext uri="{FF2B5EF4-FFF2-40B4-BE49-F238E27FC236}">
                    <a16:creationId xmlns:a16="http://schemas.microsoft.com/office/drawing/2014/main" id="{1E788CDF-F90F-9478-48A6-1D336EE43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9" y="1105"/>
                <a:ext cx="84" cy="125"/>
              </a:xfrm>
              <a:custGeom>
                <a:avLst/>
                <a:gdLst>
                  <a:gd name="T0" fmla="*/ 0 w 84"/>
                  <a:gd name="T1" fmla="*/ 125 h 125"/>
                  <a:gd name="T2" fmla="*/ 84 w 84"/>
                  <a:gd name="T3" fmla="*/ 37 h 125"/>
                  <a:gd name="T4" fmla="*/ 84 w 84"/>
                  <a:gd name="T5" fmla="*/ 0 h 125"/>
                  <a:gd name="T6" fmla="*/ 0 w 84"/>
                  <a:gd name="T7" fmla="*/ 104 h 125"/>
                  <a:gd name="T8" fmla="*/ 0 w 84"/>
                  <a:gd name="T9" fmla="*/ 125 h 1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125"/>
                  <a:gd name="T17" fmla="*/ 84 w 84"/>
                  <a:gd name="T18" fmla="*/ 125 h 1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125">
                    <a:moveTo>
                      <a:pt x="0" y="125"/>
                    </a:moveTo>
                    <a:lnTo>
                      <a:pt x="84" y="37"/>
                    </a:lnTo>
                    <a:lnTo>
                      <a:pt x="84" y="0"/>
                    </a:lnTo>
                    <a:lnTo>
                      <a:pt x="0" y="104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49" name="Freeform 20">
                <a:extLst>
                  <a:ext uri="{FF2B5EF4-FFF2-40B4-BE49-F238E27FC236}">
                    <a16:creationId xmlns:a16="http://schemas.microsoft.com/office/drawing/2014/main" id="{1896DE11-2211-0DD1-9E88-5185B72C0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9" y="1105"/>
                <a:ext cx="84" cy="125"/>
              </a:xfrm>
              <a:custGeom>
                <a:avLst/>
                <a:gdLst>
                  <a:gd name="T0" fmla="*/ 0 w 84"/>
                  <a:gd name="T1" fmla="*/ 125 h 125"/>
                  <a:gd name="T2" fmla="*/ 84 w 84"/>
                  <a:gd name="T3" fmla="*/ 37 h 125"/>
                  <a:gd name="T4" fmla="*/ 84 w 84"/>
                  <a:gd name="T5" fmla="*/ 0 h 125"/>
                  <a:gd name="T6" fmla="*/ 0 w 84"/>
                  <a:gd name="T7" fmla="*/ 104 h 125"/>
                  <a:gd name="T8" fmla="*/ 0 w 84"/>
                  <a:gd name="T9" fmla="*/ 125 h 1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125"/>
                  <a:gd name="T17" fmla="*/ 84 w 84"/>
                  <a:gd name="T18" fmla="*/ 125 h 1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125">
                    <a:moveTo>
                      <a:pt x="0" y="125"/>
                    </a:moveTo>
                    <a:lnTo>
                      <a:pt x="84" y="37"/>
                    </a:lnTo>
                    <a:lnTo>
                      <a:pt x="84" y="0"/>
                    </a:lnTo>
                    <a:lnTo>
                      <a:pt x="0" y="104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7A7A5A"/>
              </a:solidFill>
              <a:ln w="6350">
                <a:solidFill>
                  <a:srgbClr val="494936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0" name="Rectangle 21">
                <a:extLst>
                  <a:ext uri="{FF2B5EF4-FFF2-40B4-BE49-F238E27FC236}">
                    <a16:creationId xmlns:a16="http://schemas.microsoft.com/office/drawing/2014/main" id="{1B8C2B6D-1497-5B81-DE3C-1782C97D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" y="1209"/>
                <a:ext cx="576" cy="2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1" name="Rectangle 22">
                <a:extLst>
                  <a:ext uri="{FF2B5EF4-FFF2-40B4-BE49-F238E27FC236}">
                    <a16:creationId xmlns:a16="http://schemas.microsoft.com/office/drawing/2014/main" id="{5054CEA7-56E5-FC21-26B2-20DF18145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5" y="1211"/>
                <a:ext cx="572" cy="17"/>
              </a:xfrm>
              <a:prstGeom prst="rect">
                <a:avLst/>
              </a:prstGeom>
              <a:solidFill>
                <a:srgbClr val="B7B79D"/>
              </a:solidFill>
              <a:ln w="6350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2" name="Freeform 23">
                <a:extLst>
                  <a:ext uri="{FF2B5EF4-FFF2-40B4-BE49-F238E27FC236}">
                    <a16:creationId xmlns:a16="http://schemas.microsoft.com/office/drawing/2014/main" id="{EC769E5A-5006-439C-60AB-A226BB533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909"/>
                <a:ext cx="593" cy="58"/>
              </a:xfrm>
              <a:custGeom>
                <a:avLst/>
                <a:gdLst>
                  <a:gd name="T0" fmla="*/ 0 w 593"/>
                  <a:gd name="T1" fmla="*/ 58 h 58"/>
                  <a:gd name="T2" fmla="*/ 62 w 593"/>
                  <a:gd name="T3" fmla="*/ 0 h 58"/>
                  <a:gd name="T4" fmla="*/ 593 w 593"/>
                  <a:gd name="T5" fmla="*/ 0 h 58"/>
                  <a:gd name="T6" fmla="*/ 534 w 593"/>
                  <a:gd name="T7" fmla="*/ 58 h 58"/>
                  <a:gd name="T8" fmla="*/ 0 w 593"/>
                  <a:gd name="T9" fmla="*/ 58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3"/>
                  <a:gd name="T16" fmla="*/ 0 h 58"/>
                  <a:gd name="T17" fmla="*/ 593 w 593"/>
                  <a:gd name="T18" fmla="*/ 58 h 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3" h="58">
                    <a:moveTo>
                      <a:pt x="0" y="58"/>
                    </a:moveTo>
                    <a:lnTo>
                      <a:pt x="62" y="0"/>
                    </a:lnTo>
                    <a:lnTo>
                      <a:pt x="593" y="0"/>
                    </a:lnTo>
                    <a:lnTo>
                      <a:pt x="534" y="58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3" name="Freeform 24">
                <a:extLst>
                  <a:ext uri="{FF2B5EF4-FFF2-40B4-BE49-F238E27FC236}">
                    <a16:creationId xmlns:a16="http://schemas.microsoft.com/office/drawing/2014/main" id="{951881EF-E0E1-483B-E665-68C5858AC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909"/>
                <a:ext cx="593" cy="58"/>
              </a:xfrm>
              <a:custGeom>
                <a:avLst/>
                <a:gdLst>
                  <a:gd name="T0" fmla="*/ 0 w 593"/>
                  <a:gd name="T1" fmla="*/ 58 h 58"/>
                  <a:gd name="T2" fmla="*/ 62 w 593"/>
                  <a:gd name="T3" fmla="*/ 0 h 58"/>
                  <a:gd name="T4" fmla="*/ 593 w 593"/>
                  <a:gd name="T5" fmla="*/ 0 h 58"/>
                  <a:gd name="T6" fmla="*/ 534 w 593"/>
                  <a:gd name="T7" fmla="*/ 58 h 58"/>
                  <a:gd name="T8" fmla="*/ 0 w 593"/>
                  <a:gd name="T9" fmla="*/ 58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3"/>
                  <a:gd name="T16" fmla="*/ 0 h 58"/>
                  <a:gd name="T17" fmla="*/ 593 w 593"/>
                  <a:gd name="T18" fmla="*/ 58 h 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3" h="58">
                    <a:moveTo>
                      <a:pt x="0" y="58"/>
                    </a:moveTo>
                    <a:lnTo>
                      <a:pt x="62" y="0"/>
                    </a:lnTo>
                    <a:lnTo>
                      <a:pt x="593" y="0"/>
                    </a:lnTo>
                    <a:lnTo>
                      <a:pt x="534" y="58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4" name="Freeform 25">
                <a:extLst>
                  <a:ext uri="{FF2B5EF4-FFF2-40B4-BE49-F238E27FC236}">
                    <a16:creationId xmlns:a16="http://schemas.microsoft.com/office/drawing/2014/main" id="{75683C69-8CE9-BF05-8750-55C9BAF8B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8" y="483"/>
                <a:ext cx="588" cy="54"/>
              </a:xfrm>
              <a:custGeom>
                <a:avLst/>
                <a:gdLst>
                  <a:gd name="T0" fmla="*/ 0 w 588"/>
                  <a:gd name="T1" fmla="*/ 54 h 54"/>
                  <a:gd name="T2" fmla="*/ 58 w 588"/>
                  <a:gd name="T3" fmla="*/ 0 h 54"/>
                  <a:gd name="T4" fmla="*/ 588 w 588"/>
                  <a:gd name="T5" fmla="*/ 0 h 54"/>
                  <a:gd name="T6" fmla="*/ 530 w 588"/>
                  <a:gd name="T7" fmla="*/ 54 h 54"/>
                  <a:gd name="T8" fmla="*/ 0 w 588"/>
                  <a:gd name="T9" fmla="*/ 54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8"/>
                  <a:gd name="T16" fmla="*/ 0 h 54"/>
                  <a:gd name="T17" fmla="*/ 588 w 588"/>
                  <a:gd name="T18" fmla="*/ 54 h 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8" h="54">
                    <a:moveTo>
                      <a:pt x="0" y="54"/>
                    </a:moveTo>
                    <a:lnTo>
                      <a:pt x="58" y="0"/>
                    </a:lnTo>
                    <a:lnTo>
                      <a:pt x="588" y="0"/>
                    </a:lnTo>
                    <a:lnTo>
                      <a:pt x="530" y="54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5" name="Freeform 26">
                <a:extLst>
                  <a:ext uri="{FF2B5EF4-FFF2-40B4-BE49-F238E27FC236}">
                    <a16:creationId xmlns:a16="http://schemas.microsoft.com/office/drawing/2014/main" id="{CBA6B6F2-18AB-5B19-B7D5-C188AA0D92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8" y="483"/>
                <a:ext cx="588" cy="54"/>
              </a:xfrm>
              <a:custGeom>
                <a:avLst/>
                <a:gdLst>
                  <a:gd name="T0" fmla="*/ 0 w 588"/>
                  <a:gd name="T1" fmla="*/ 54 h 54"/>
                  <a:gd name="T2" fmla="*/ 58 w 588"/>
                  <a:gd name="T3" fmla="*/ 0 h 54"/>
                  <a:gd name="T4" fmla="*/ 588 w 588"/>
                  <a:gd name="T5" fmla="*/ 0 h 54"/>
                  <a:gd name="T6" fmla="*/ 530 w 588"/>
                  <a:gd name="T7" fmla="*/ 54 h 54"/>
                  <a:gd name="T8" fmla="*/ 0 w 588"/>
                  <a:gd name="T9" fmla="*/ 54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8"/>
                  <a:gd name="T16" fmla="*/ 0 h 54"/>
                  <a:gd name="T17" fmla="*/ 588 w 588"/>
                  <a:gd name="T18" fmla="*/ 54 h 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8" h="54">
                    <a:moveTo>
                      <a:pt x="0" y="54"/>
                    </a:moveTo>
                    <a:lnTo>
                      <a:pt x="58" y="0"/>
                    </a:lnTo>
                    <a:lnTo>
                      <a:pt x="588" y="0"/>
                    </a:lnTo>
                    <a:lnTo>
                      <a:pt x="530" y="54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C9C9B6"/>
              </a:solidFill>
              <a:ln w="6350">
                <a:solidFill>
                  <a:srgbClr val="494936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6" name="Rectangle 27">
                <a:extLst>
                  <a:ext uri="{FF2B5EF4-FFF2-40B4-BE49-F238E27FC236}">
                    <a16:creationId xmlns:a16="http://schemas.microsoft.com/office/drawing/2014/main" id="{E09BFDEC-9F17-ABBA-94CE-195E14EC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0" y="539"/>
                <a:ext cx="530" cy="418"/>
              </a:xfrm>
              <a:prstGeom prst="rect">
                <a:avLst/>
              </a:prstGeom>
              <a:solidFill>
                <a:srgbClr val="B7B79D"/>
              </a:solidFill>
              <a:ln w="6350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7" name="Rectangle 28">
                <a:extLst>
                  <a:ext uri="{FF2B5EF4-FFF2-40B4-BE49-F238E27FC236}">
                    <a16:creationId xmlns:a16="http://schemas.microsoft.com/office/drawing/2014/main" id="{BC220490-8B62-3D93-612B-B6EF74B2B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6" y="594"/>
                <a:ext cx="438" cy="321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8" name="Freeform 29">
                <a:extLst>
                  <a:ext uri="{FF2B5EF4-FFF2-40B4-BE49-F238E27FC236}">
                    <a16:creationId xmlns:a16="http://schemas.microsoft.com/office/drawing/2014/main" id="{D5E9CE0F-F08D-59AE-5D7F-A0584FFA3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8" y="483"/>
                <a:ext cx="58" cy="471"/>
              </a:xfrm>
              <a:custGeom>
                <a:avLst/>
                <a:gdLst>
                  <a:gd name="T0" fmla="*/ 0 w 58"/>
                  <a:gd name="T1" fmla="*/ 471 h 471"/>
                  <a:gd name="T2" fmla="*/ 58 w 58"/>
                  <a:gd name="T3" fmla="*/ 413 h 471"/>
                  <a:gd name="T4" fmla="*/ 58 w 58"/>
                  <a:gd name="T5" fmla="*/ 0 h 471"/>
                  <a:gd name="T6" fmla="*/ 0 w 58"/>
                  <a:gd name="T7" fmla="*/ 54 h 471"/>
                  <a:gd name="T8" fmla="*/ 0 w 58"/>
                  <a:gd name="T9" fmla="*/ 471 h 4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"/>
                  <a:gd name="T16" fmla="*/ 0 h 471"/>
                  <a:gd name="T17" fmla="*/ 58 w 58"/>
                  <a:gd name="T18" fmla="*/ 471 h 4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" h="471">
                    <a:moveTo>
                      <a:pt x="0" y="471"/>
                    </a:moveTo>
                    <a:lnTo>
                      <a:pt x="58" y="413"/>
                    </a:lnTo>
                    <a:lnTo>
                      <a:pt x="58" y="0"/>
                    </a:lnTo>
                    <a:lnTo>
                      <a:pt x="0" y="54"/>
                    </a:lnTo>
                    <a:lnTo>
                      <a:pt x="0" y="471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959" name="Freeform 30">
                <a:extLst>
                  <a:ext uri="{FF2B5EF4-FFF2-40B4-BE49-F238E27FC236}">
                    <a16:creationId xmlns:a16="http://schemas.microsoft.com/office/drawing/2014/main" id="{2DAA4EAA-1030-F812-4746-D366332E2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8" y="483"/>
                <a:ext cx="58" cy="471"/>
              </a:xfrm>
              <a:custGeom>
                <a:avLst/>
                <a:gdLst>
                  <a:gd name="T0" fmla="*/ 0 w 58"/>
                  <a:gd name="T1" fmla="*/ 471 h 471"/>
                  <a:gd name="T2" fmla="*/ 58 w 58"/>
                  <a:gd name="T3" fmla="*/ 413 h 471"/>
                  <a:gd name="T4" fmla="*/ 58 w 58"/>
                  <a:gd name="T5" fmla="*/ 0 h 471"/>
                  <a:gd name="T6" fmla="*/ 0 w 58"/>
                  <a:gd name="T7" fmla="*/ 54 h 471"/>
                  <a:gd name="T8" fmla="*/ 0 w 58"/>
                  <a:gd name="T9" fmla="*/ 471 h 4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"/>
                  <a:gd name="T16" fmla="*/ 0 h 471"/>
                  <a:gd name="T17" fmla="*/ 58 w 58"/>
                  <a:gd name="T18" fmla="*/ 471 h 47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" h="471">
                    <a:moveTo>
                      <a:pt x="0" y="471"/>
                    </a:moveTo>
                    <a:lnTo>
                      <a:pt x="58" y="413"/>
                    </a:lnTo>
                    <a:lnTo>
                      <a:pt x="58" y="0"/>
                    </a:lnTo>
                    <a:lnTo>
                      <a:pt x="0" y="54"/>
                    </a:lnTo>
                    <a:lnTo>
                      <a:pt x="0" y="471"/>
                    </a:lnTo>
                    <a:close/>
                  </a:path>
                </a:pathLst>
              </a:custGeom>
              <a:solidFill>
                <a:srgbClr val="7A7A5A"/>
              </a:solidFill>
              <a:ln w="6350">
                <a:solidFill>
                  <a:srgbClr val="494936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5938" name="Text Box 31">
              <a:extLst>
                <a:ext uri="{FF2B5EF4-FFF2-40B4-BE49-F238E27FC236}">
                  <a16:creationId xmlns:a16="http://schemas.microsoft.com/office/drawing/2014/main" id="{0DEF80B2-8AB9-33BE-217F-5D6408B9C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586"/>
              <a:ext cx="2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2400">
                  <a:solidFill>
                    <a:srgbClr val="FF6600"/>
                  </a:solidFill>
                </a:rPr>
                <a:t>B</a:t>
              </a:r>
            </a:p>
          </p:txBody>
        </p:sp>
      </p:grpSp>
      <p:sp>
        <p:nvSpPr>
          <p:cNvPr id="35848" name="Line 32">
            <a:extLst>
              <a:ext uri="{FF2B5EF4-FFF2-40B4-BE49-F238E27FC236}">
                <a16:creationId xmlns:a16="http://schemas.microsoft.com/office/drawing/2014/main" id="{7604B49D-0E60-84F1-206E-E5D9A50B0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7363" y="1327150"/>
            <a:ext cx="2420937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49" name="Line 33">
            <a:extLst>
              <a:ext uri="{FF2B5EF4-FFF2-40B4-BE49-F238E27FC236}">
                <a16:creationId xmlns:a16="http://schemas.microsoft.com/office/drawing/2014/main" id="{6E5C8065-E749-90FC-CE09-61F03D8F0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9125" y="1327150"/>
            <a:ext cx="238442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0" name="Line 34">
            <a:extLst>
              <a:ext uri="{FF2B5EF4-FFF2-40B4-BE49-F238E27FC236}">
                <a16:creationId xmlns:a16="http://schemas.microsoft.com/office/drawing/2014/main" id="{DFB2D85E-0F11-812F-825F-CADBD15C3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3538" y="1327150"/>
            <a:ext cx="0" cy="5214938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1" name="Line 35">
            <a:extLst>
              <a:ext uri="{FF2B5EF4-FFF2-40B4-BE49-F238E27FC236}">
                <a16:creationId xmlns:a16="http://schemas.microsoft.com/office/drawing/2014/main" id="{3CBA605E-8726-B683-9EB6-5240047E5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950" y="1327150"/>
            <a:ext cx="0" cy="5214938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2" name="Line 36">
            <a:extLst>
              <a:ext uri="{FF2B5EF4-FFF2-40B4-BE49-F238E27FC236}">
                <a16:creationId xmlns:a16="http://schemas.microsoft.com/office/drawing/2014/main" id="{0A843A7E-7875-D40D-7257-4F2FB20B67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5125" y="6527800"/>
            <a:ext cx="2540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04517" name="Rectangle 37">
            <a:extLst>
              <a:ext uri="{FF2B5EF4-FFF2-40B4-BE49-F238E27FC236}">
                <a16:creationId xmlns:a16="http://schemas.microsoft.com/office/drawing/2014/main" id="{C357D47B-65B9-8D69-BE9A-9D211DA5E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213" y="5062538"/>
            <a:ext cx="693737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Packet</a:t>
            </a:r>
          </a:p>
        </p:txBody>
      </p:sp>
      <p:sp>
        <p:nvSpPr>
          <p:cNvPr id="404518" name="Rectangle 38">
            <a:extLst>
              <a:ext uri="{FF2B5EF4-FFF2-40B4-BE49-F238E27FC236}">
                <a16:creationId xmlns:a16="http://schemas.microsoft.com/office/drawing/2014/main" id="{26C4DD5C-91CE-AFD5-39E7-C0EB192C0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2482850"/>
            <a:ext cx="1414463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4519" name="Rectangle 39">
            <a:extLst>
              <a:ext uri="{FF2B5EF4-FFF2-40B4-BE49-F238E27FC236}">
                <a16:creationId xmlns:a16="http://schemas.microsoft.com/office/drawing/2014/main" id="{0D72F26E-7B82-0EDA-1F02-9B275C911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1811338"/>
            <a:ext cx="1414463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4520" name="Rectangle 40">
            <a:extLst>
              <a:ext uri="{FF2B5EF4-FFF2-40B4-BE49-F238E27FC236}">
                <a16:creationId xmlns:a16="http://schemas.microsoft.com/office/drawing/2014/main" id="{CC575886-1119-2043-2543-3050A407D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3155950"/>
            <a:ext cx="1414463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4521" name="Rectangle 41">
            <a:extLst>
              <a:ext uri="{FF2B5EF4-FFF2-40B4-BE49-F238E27FC236}">
                <a16:creationId xmlns:a16="http://schemas.microsoft.com/office/drawing/2014/main" id="{4778903F-8E0F-4A25-91A6-6F6E85E09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5724525"/>
            <a:ext cx="1414462" cy="5365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Bits</a:t>
            </a:r>
          </a:p>
        </p:txBody>
      </p:sp>
      <p:sp>
        <p:nvSpPr>
          <p:cNvPr id="404522" name="Rectangle 42">
            <a:extLst>
              <a:ext uri="{FF2B5EF4-FFF2-40B4-BE49-F238E27FC236}">
                <a16:creationId xmlns:a16="http://schemas.microsoft.com/office/drawing/2014/main" id="{73118F7A-A112-248B-74E8-E652E4813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3806825"/>
            <a:ext cx="817562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4523" name="AutoShape 43">
            <a:extLst>
              <a:ext uri="{FF2B5EF4-FFF2-40B4-BE49-F238E27FC236}">
                <a16:creationId xmlns:a16="http://schemas.microsoft.com/office/drawing/2014/main" id="{5FA6875F-9EF3-FEF6-A617-E197DC844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1955800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24" name="AutoShape 44">
            <a:extLst>
              <a:ext uri="{FF2B5EF4-FFF2-40B4-BE49-F238E27FC236}">
                <a16:creationId xmlns:a16="http://schemas.microsoft.com/office/drawing/2014/main" id="{1BEA2FF7-A07C-02DA-D5AD-4D4950BE4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652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25" name="AutoShape 45">
            <a:extLst>
              <a:ext uri="{FF2B5EF4-FFF2-40B4-BE49-F238E27FC236}">
                <a16:creationId xmlns:a16="http://schemas.microsoft.com/office/drawing/2014/main" id="{B7B22091-DFAF-15A5-531B-432C4EDEF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328612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26" name="AutoShape 46">
            <a:extLst>
              <a:ext uri="{FF2B5EF4-FFF2-40B4-BE49-F238E27FC236}">
                <a16:creationId xmlns:a16="http://schemas.microsoft.com/office/drawing/2014/main" id="{276624CD-5C9C-AB93-F68F-6EFCB94C0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3932238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27" name="AutoShape 47">
            <a:extLst>
              <a:ext uri="{FF2B5EF4-FFF2-40B4-BE49-F238E27FC236}">
                <a16:creationId xmlns:a16="http://schemas.microsoft.com/office/drawing/2014/main" id="{334B6CDD-158C-08D7-BD2B-5E34AA0FE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457676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28" name="AutoShape 48">
            <a:extLst>
              <a:ext uri="{FF2B5EF4-FFF2-40B4-BE49-F238E27FC236}">
                <a16:creationId xmlns:a16="http://schemas.microsoft.com/office/drawing/2014/main" id="{BE589EF4-A824-9A12-4F0B-51A674954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5257800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29" name="Rectangle 49">
            <a:extLst>
              <a:ext uri="{FF2B5EF4-FFF2-40B4-BE49-F238E27FC236}">
                <a16:creationId xmlns:a16="http://schemas.microsoft.com/office/drawing/2014/main" id="{BA8D8905-6F1C-8C0F-A6C0-CB1EAAFFE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4433888"/>
            <a:ext cx="842963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35866" name="Rectangle 50">
            <a:extLst>
              <a:ext uri="{FF2B5EF4-FFF2-40B4-BE49-F238E27FC236}">
                <a16:creationId xmlns:a16="http://schemas.microsoft.com/office/drawing/2014/main" id="{8073A634-6650-1F94-4F67-B5027B9DE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665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Data Encapsulation  &amp; De-capsulation </a:t>
            </a:r>
          </a:p>
        </p:txBody>
      </p:sp>
      <p:sp>
        <p:nvSpPr>
          <p:cNvPr id="404531" name="Rectangle 51">
            <a:extLst>
              <a:ext uri="{FF2B5EF4-FFF2-40B4-BE49-F238E27FC236}">
                <a16:creationId xmlns:a16="http://schemas.microsoft.com/office/drawing/2014/main" id="{5C69FA8B-69F3-D1A3-E58D-BBC52AE6B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213" y="5062538"/>
            <a:ext cx="693737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Packet</a:t>
            </a:r>
          </a:p>
        </p:txBody>
      </p:sp>
      <p:sp>
        <p:nvSpPr>
          <p:cNvPr id="404553" name="Rectangle 73">
            <a:extLst>
              <a:ext uri="{FF2B5EF4-FFF2-40B4-BE49-F238E27FC236}">
                <a16:creationId xmlns:a16="http://schemas.microsoft.com/office/drawing/2014/main" id="{9DB9D46E-A4B3-3999-6CD4-3E1B92254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2482850"/>
            <a:ext cx="1414462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4554" name="Rectangle 74">
            <a:extLst>
              <a:ext uri="{FF2B5EF4-FFF2-40B4-BE49-F238E27FC236}">
                <a16:creationId xmlns:a16="http://schemas.microsoft.com/office/drawing/2014/main" id="{596BA7C8-7939-6B53-B2F1-29B7EEE64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1811338"/>
            <a:ext cx="1414462" cy="51911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4555" name="Rectangle 75">
            <a:extLst>
              <a:ext uri="{FF2B5EF4-FFF2-40B4-BE49-F238E27FC236}">
                <a16:creationId xmlns:a16="http://schemas.microsoft.com/office/drawing/2014/main" id="{71B7C80F-C8D7-450E-D765-8CA31A19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3155950"/>
            <a:ext cx="1414462" cy="519113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404556" name="AutoShape 76">
            <a:extLst>
              <a:ext uri="{FF2B5EF4-FFF2-40B4-BE49-F238E27FC236}">
                <a16:creationId xmlns:a16="http://schemas.microsoft.com/office/drawing/2014/main" id="{91AF242F-CC32-5FBA-06DC-17ABFB8663B1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522788" y="1955800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57" name="AutoShape 77">
            <a:extLst>
              <a:ext uri="{FF2B5EF4-FFF2-40B4-BE49-F238E27FC236}">
                <a16:creationId xmlns:a16="http://schemas.microsoft.com/office/drawing/2014/main" id="{475C2404-BCF5-9156-A538-259ACD5A4373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522788" y="265271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58" name="AutoShape 78">
            <a:extLst>
              <a:ext uri="{FF2B5EF4-FFF2-40B4-BE49-F238E27FC236}">
                <a16:creationId xmlns:a16="http://schemas.microsoft.com/office/drawing/2014/main" id="{8BAFE11F-B4FC-FF93-0F20-727A450BB1B5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540250" y="3286125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59" name="AutoShape 79">
            <a:extLst>
              <a:ext uri="{FF2B5EF4-FFF2-40B4-BE49-F238E27FC236}">
                <a16:creationId xmlns:a16="http://schemas.microsoft.com/office/drawing/2014/main" id="{43624C00-7067-89A9-7DDE-DD6EBB810C2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540250" y="3932238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5" name="Group 140">
            <a:extLst>
              <a:ext uri="{FF2B5EF4-FFF2-40B4-BE49-F238E27FC236}">
                <a16:creationId xmlns:a16="http://schemas.microsoft.com/office/drawing/2014/main" id="{E3412379-8A97-1117-5D3F-4603DEBA1D64}"/>
              </a:ext>
            </a:extLst>
          </p:cNvPr>
          <p:cNvGrpSpPr>
            <a:grpSpLocks/>
          </p:cNvGrpSpPr>
          <p:nvPr/>
        </p:nvGrpSpPr>
        <p:grpSpPr bwMode="auto">
          <a:xfrm>
            <a:off x="249238" y="1776413"/>
            <a:ext cx="8097837" cy="4541837"/>
            <a:chOff x="157" y="1119"/>
            <a:chExt cx="5101" cy="2861"/>
          </a:xfrm>
        </p:grpSpPr>
        <p:sp>
          <p:nvSpPr>
            <p:cNvPr id="404535" name="Rectangle 55">
              <a:extLst>
                <a:ext uri="{FF2B5EF4-FFF2-40B4-BE49-F238E27FC236}">
                  <a16:creationId xmlns:a16="http://schemas.microsoft.com/office/drawing/2014/main" id="{DC5F57F2-C7F4-7D5C-020C-744637224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" y="1119"/>
              <a:ext cx="1087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Application </a:t>
              </a:r>
            </a:p>
          </p:txBody>
        </p:sp>
        <p:sp>
          <p:nvSpPr>
            <p:cNvPr id="404536" name="Rectangle 56">
              <a:extLst>
                <a:ext uri="{FF2B5EF4-FFF2-40B4-BE49-F238E27FC236}">
                  <a16:creationId xmlns:a16="http://schemas.microsoft.com/office/drawing/2014/main" id="{81AFF28C-006C-8477-B23C-3FC17D5E5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" y="1526"/>
              <a:ext cx="1087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Presentation</a:t>
              </a:r>
            </a:p>
          </p:txBody>
        </p:sp>
        <p:sp>
          <p:nvSpPr>
            <p:cNvPr id="404538" name="Rectangle 58">
              <a:extLst>
                <a:ext uri="{FF2B5EF4-FFF2-40B4-BE49-F238E27FC236}">
                  <a16:creationId xmlns:a16="http://schemas.microsoft.com/office/drawing/2014/main" id="{8D9B58D0-D12B-B5A5-12B1-F94A6A0BF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" y="1936"/>
              <a:ext cx="1087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Session</a:t>
              </a:r>
            </a:p>
          </p:txBody>
        </p:sp>
        <p:sp>
          <p:nvSpPr>
            <p:cNvPr id="404539" name="Rectangle 59">
              <a:extLst>
                <a:ext uri="{FF2B5EF4-FFF2-40B4-BE49-F238E27FC236}">
                  <a16:creationId xmlns:a16="http://schemas.microsoft.com/office/drawing/2014/main" id="{B66BFE0B-F3E9-835C-D6B1-6CADCCAB4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" y="2343"/>
              <a:ext cx="1087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Transport  </a:t>
              </a:r>
            </a:p>
          </p:txBody>
        </p:sp>
        <p:sp>
          <p:nvSpPr>
            <p:cNvPr id="404540" name="Rectangle 60">
              <a:extLst>
                <a:ext uri="{FF2B5EF4-FFF2-40B4-BE49-F238E27FC236}">
                  <a16:creationId xmlns:a16="http://schemas.microsoft.com/office/drawing/2014/main" id="{443D05E3-C068-7337-CB3A-5983FB782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" y="2750"/>
              <a:ext cx="1087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Network   </a:t>
              </a:r>
            </a:p>
          </p:txBody>
        </p:sp>
        <p:sp>
          <p:nvSpPr>
            <p:cNvPr id="404541" name="Rectangle 61">
              <a:extLst>
                <a:ext uri="{FF2B5EF4-FFF2-40B4-BE49-F238E27FC236}">
                  <a16:creationId xmlns:a16="http://schemas.microsoft.com/office/drawing/2014/main" id="{8DED565B-47D3-1B7C-6C1D-F3041400E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" y="3160"/>
              <a:ext cx="1087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Data Link</a:t>
              </a:r>
            </a:p>
          </p:txBody>
        </p:sp>
        <p:sp>
          <p:nvSpPr>
            <p:cNvPr id="404542" name="Rectangle 62">
              <a:extLst>
                <a:ext uri="{FF2B5EF4-FFF2-40B4-BE49-F238E27FC236}">
                  <a16:creationId xmlns:a16="http://schemas.microsoft.com/office/drawing/2014/main" id="{A9D63C92-93ED-2A8B-C11F-E63A41558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" y="3570"/>
              <a:ext cx="1087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Physical</a:t>
              </a:r>
            </a:p>
          </p:txBody>
        </p:sp>
        <p:sp>
          <p:nvSpPr>
            <p:cNvPr id="404545" name="Rectangle 65">
              <a:extLst>
                <a:ext uri="{FF2B5EF4-FFF2-40B4-BE49-F238E27FC236}">
                  <a16:creationId xmlns:a16="http://schemas.microsoft.com/office/drawing/2014/main" id="{CB19B516-DF1C-2835-F25F-7537B380C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1119"/>
              <a:ext cx="1087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81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Application </a:t>
              </a:r>
            </a:p>
          </p:txBody>
        </p:sp>
        <p:sp>
          <p:nvSpPr>
            <p:cNvPr id="404546" name="Rectangle 66">
              <a:extLst>
                <a:ext uri="{FF2B5EF4-FFF2-40B4-BE49-F238E27FC236}">
                  <a16:creationId xmlns:a16="http://schemas.microsoft.com/office/drawing/2014/main" id="{511D294D-5F7D-06BF-8F4F-52A9E3E96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1526"/>
              <a:ext cx="1087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81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Presentation</a:t>
              </a:r>
            </a:p>
          </p:txBody>
        </p:sp>
        <p:sp>
          <p:nvSpPr>
            <p:cNvPr id="404548" name="Rectangle 68">
              <a:extLst>
                <a:ext uri="{FF2B5EF4-FFF2-40B4-BE49-F238E27FC236}">
                  <a16:creationId xmlns:a16="http://schemas.microsoft.com/office/drawing/2014/main" id="{E70D0113-8847-1636-ADD2-732B39505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1936"/>
              <a:ext cx="1087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81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Session</a:t>
              </a:r>
            </a:p>
          </p:txBody>
        </p:sp>
        <p:sp>
          <p:nvSpPr>
            <p:cNvPr id="404549" name="Rectangle 69">
              <a:extLst>
                <a:ext uri="{FF2B5EF4-FFF2-40B4-BE49-F238E27FC236}">
                  <a16:creationId xmlns:a16="http://schemas.microsoft.com/office/drawing/2014/main" id="{4AF26366-CF2E-E88A-82BF-9575574C1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2343"/>
              <a:ext cx="1087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81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Transport  </a:t>
              </a:r>
            </a:p>
          </p:txBody>
        </p:sp>
        <p:sp>
          <p:nvSpPr>
            <p:cNvPr id="404550" name="Rectangle 70">
              <a:extLst>
                <a:ext uri="{FF2B5EF4-FFF2-40B4-BE49-F238E27FC236}">
                  <a16:creationId xmlns:a16="http://schemas.microsoft.com/office/drawing/2014/main" id="{157C0702-9877-6325-D22C-15FC268EA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2750"/>
              <a:ext cx="1087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81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Network   </a:t>
              </a:r>
            </a:p>
          </p:txBody>
        </p:sp>
        <p:sp>
          <p:nvSpPr>
            <p:cNvPr id="404551" name="Rectangle 71">
              <a:extLst>
                <a:ext uri="{FF2B5EF4-FFF2-40B4-BE49-F238E27FC236}">
                  <a16:creationId xmlns:a16="http://schemas.microsoft.com/office/drawing/2014/main" id="{771522EB-9708-BC20-D0AD-39BBAEAD7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3160"/>
              <a:ext cx="1087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81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Data Link</a:t>
              </a:r>
            </a:p>
          </p:txBody>
        </p:sp>
        <p:sp>
          <p:nvSpPr>
            <p:cNvPr id="404552" name="Rectangle 72">
              <a:extLst>
                <a:ext uri="{FF2B5EF4-FFF2-40B4-BE49-F238E27FC236}">
                  <a16:creationId xmlns:a16="http://schemas.microsoft.com/office/drawing/2014/main" id="{22498C3A-8CAF-75BA-4BDB-48A024315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3570"/>
              <a:ext cx="1087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81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 sz="1600"/>
                <a:t>Physical</a:t>
              </a:r>
            </a:p>
          </p:txBody>
        </p:sp>
        <p:sp>
          <p:nvSpPr>
            <p:cNvPr id="35936" name="Rectangle 80">
              <a:extLst>
                <a:ext uri="{FF2B5EF4-FFF2-40B4-BE49-F238E27FC236}">
                  <a16:creationId xmlns:a16="http://schemas.microsoft.com/office/drawing/2014/main" id="{C8440AF0-7288-25B1-AF09-8BE7F1DAC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2" y="3400"/>
              <a:ext cx="68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04561" name="Rectangle 81">
            <a:extLst>
              <a:ext uri="{FF2B5EF4-FFF2-40B4-BE49-F238E27FC236}">
                <a16:creationId xmlns:a16="http://schemas.microsoft.com/office/drawing/2014/main" id="{12D9298A-F132-C32C-0C83-27C7693B0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5724525"/>
            <a:ext cx="1414462" cy="5365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Bits</a:t>
            </a:r>
          </a:p>
        </p:txBody>
      </p:sp>
      <p:grpSp>
        <p:nvGrpSpPr>
          <p:cNvPr id="6" name="Group 82">
            <a:extLst>
              <a:ext uri="{FF2B5EF4-FFF2-40B4-BE49-F238E27FC236}">
                <a16:creationId xmlns:a16="http://schemas.microsoft.com/office/drawing/2014/main" id="{2F89B02C-E3FC-9BF6-3687-7E2AE19D3130}"/>
              </a:ext>
            </a:extLst>
          </p:cNvPr>
          <p:cNvGrpSpPr>
            <a:grpSpLocks/>
          </p:cNvGrpSpPr>
          <p:nvPr/>
        </p:nvGrpSpPr>
        <p:grpSpPr bwMode="auto">
          <a:xfrm>
            <a:off x="517525" y="5062538"/>
            <a:ext cx="2343150" cy="520700"/>
            <a:chOff x="326" y="3189"/>
            <a:chExt cx="1476" cy="328"/>
          </a:xfrm>
        </p:grpSpPr>
        <p:sp>
          <p:nvSpPr>
            <p:cNvPr id="35920" name="Rectangle 83">
              <a:extLst>
                <a:ext uri="{FF2B5EF4-FFF2-40B4-BE49-F238E27FC236}">
                  <a16:creationId xmlns:a16="http://schemas.microsoft.com/office/drawing/2014/main" id="{39B27054-47EB-FEBD-8994-F7C93F3A5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3189"/>
              <a:ext cx="420" cy="328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r>
                <a:rPr lang="en-US" altLang="en-US" sz="1600"/>
                <a:t>DH</a:t>
              </a:r>
            </a:p>
          </p:txBody>
        </p:sp>
        <p:sp>
          <p:nvSpPr>
            <p:cNvPr id="35921" name="Rectangle 84">
              <a:extLst>
                <a:ext uri="{FF2B5EF4-FFF2-40B4-BE49-F238E27FC236}">
                  <a16:creationId xmlns:a16="http://schemas.microsoft.com/office/drawing/2014/main" id="{E8F92BF1-AB5A-6905-E03C-96A1B91A3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" y="3419"/>
              <a:ext cx="60" cy="56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7" name="Group 85">
            <a:extLst>
              <a:ext uri="{FF2B5EF4-FFF2-40B4-BE49-F238E27FC236}">
                <a16:creationId xmlns:a16="http://schemas.microsoft.com/office/drawing/2014/main" id="{783FE7DE-C7AD-A13B-AF80-FDB5DCD8B2FC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5062538"/>
            <a:ext cx="3230563" cy="520700"/>
            <a:chOff x="238" y="3189"/>
            <a:chExt cx="2035" cy="328"/>
          </a:xfrm>
        </p:grpSpPr>
        <p:sp>
          <p:nvSpPr>
            <p:cNvPr id="35918" name="Rectangle 86">
              <a:extLst>
                <a:ext uri="{FF2B5EF4-FFF2-40B4-BE49-F238E27FC236}">
                  <a16:creationId xmlns:a16="http://schemas.microsoft.com/office/drawing/2014/main" id="{7937F351-F7A2-1968-D101-4F109FC02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" y="3419"/>
              <a:ext cx="68" cy="56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919" name="Rectangle 87">
              <a:extLst>
                <a:ext uri="{FF2B5EF4-FFF2-40B4-BE49-F238E27FC236}">
                  <a16:creationId xmlns:a16="http://schemas.microsoft.com/office/drawing/2014/main" id="{04406969-14F2-6E21-5E83-57C582AAF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2" y="3189"/>
              <a:ext cx="351" cy="328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/>
              <a:r>
                <a:rPr lang="en-US" altLang="en-US" sz="1600"/>
                <a:t>DT</a:t>
              </a:r>
            </a:p>
          </p:txBody>
        </p:sp>
      </p:grpSp>
      <p:grpSp>
        <p:nvGrpSpPr>
          <p:cNvPr id="8" name="Group 88">
            <a:extLst>
              <a:ext uri="{FF2B5EF4-FFF2-40B4-BE49-F238E27FC236}">
                <a16:creationId xmlns:a16="http://schemas.microsoft.com/office/drawing/2014/main" id="{381D007E-75C9-0D29-58A6-E9BBE72DCD25}"/>
              </a:ext>
            </a:extLst>
          </p:cNvPr>
          <p:cNvGrpSpPr>
            <a:grpSpLocks/>
          </p:cNvGrpSpPr>
          <p:nvPr/>
        </p:nvGrpSpPr>
        <p:grpSpPr bwMode="auto">
          <a:xfrm>
            <a:off x="500063" y="4435475"/>
            <a:ext cx="2274887" cy="520700"/>
            <a:chOff x="315" y="2794"/>
            <a:chExt cx="1433" cy="328"/>
          </a:xfrm>
        </p:grpSpPr>
        <p:sp>
          <p:nvSpPr>
            <p:cNvPr id="35916" name="Rectangle 89">
              <a:extLst>
                <a:ext uri="{FF2B5EF4-FFF2-40B4-BE49-F238E27FC236}">
                  <a16:creationId xmlns:a16="http://schemas.microsoft.com/office/drawing/2014/main" id="{A947AEA7-E88E-5500-FE46-44E74D90B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" y="3013"/>
              <a:ext cx="58" cy="56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917" name="Rectangle 90">
              <a:extLst>
                <a:ext uri="{FF2B5EF4-FFF2-40B4-BE49-F238E27FC236}">
                  <a16:creationId xmlns:a16="http://schemas.microsoft.com/office/drawing/2014/main" id="{5E10309B-CFF0-F6D2-2147-02D9F22E0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794"/>
              <a:ext cx="356" cy="328"/>
            </a:xfrm>
            <a:prstGeom prst="rect">
              <a:avLst/>
            </a:prstGeom>
            <a:solidFill>
              <a:srgbClr val="FF99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600"/>
                <a:t>NH</a:t>
              </a:r>
            </a:p>
          </p:txBody>
        </p:sp>
      </p:grpSp>
      <p:grpSp>
        <p:nvGrpSpPr>
          <p:cNvPr id="9" name="Group 91">
            <a:extLst>
              <a:ext uri="{FF2B5EF4-FFF2-40B4-BE49-F238E27FC236}">
                <a16:creationId xmlns:a16="http://schemas.microsoft.com/office/drawing/2014/main" id="{7DB66EC7-1D7F-D757-DBBF-D53C8D58DE1C}"/>
              </a:ext>
            </a:extLst>
          </p:cNvPr>
          <p:cNvGrpSpPr>
            <a:grpSpLocks/>
          </p:cNvGrpSpPr>
          <p:nvPr/>
        </p:nvGrpSpPr>
        <p:grpSpPr bwMode="auto">
          <a:xfrm>
            <a:off x="360363" y="3806825"/>
            <a:ext cx="2425700" cy="520700"/>
            <a:chOff x="227" y="2398"/>
            <a:chExt cx="1528" cy="328"/>
          </a:xfrm>
        </p:grpSpPr>
        <p:sp>
          <p:nvSpPr>
            <p:cNvPr id="35914" name="Rectangle 92">
              <a:extLst>
                <a:ext uri="{FF2B5EF4-FFF2-40B4-BE49-F238E27FC236}">
                  <a16:creationId xmlns:a16="http://schemas.microsoft.com/office/drawing/2014/main" id="{F02C9420-1967-96AE-1448-202779181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" y="2617"/>
              <a:ext cx="68" cy="5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915" name="Rectangle 93">
              <a:extLst>
                <a:ext uri="{FF2B5EF4-FFF2-40B4-BE49-F238E27FC236}">
                  <a16:creationId xmlns:a16="http://schemas.microsoft.com/office/drawing/2014/main" id="{04B550E1-9A04-8333-B2A2-7D54451C2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2398"/>
              <a:ext cx="373" cy="3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600"/>
                <a:t>TH</a:t>
              </a:r>
            </a:p>
          </p:txBody>
        </p:sp>
      </p:grpSp>
      <p:sp>
        <p:nvSpPr>
          <p:cNvPr id="404574" name="Rectangle 94">
            <a:extLst>
              <a:ext uri="{FF2B5EF4-FFF2-40B4-BE49-F238E27FC236}">
                <a16:creationId xmlns:a16="http://schemas.microsoft.com/office/drawing/2014/main" id="{B45D1745-0D6D-801F-9DF4-444D83BD7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3802063"/>
            <a:ext cx="1414462" cy="538162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404575" name="Rectangle 95">
            <a:extLst>
              <a:ext uri="{FF2B5EF4-FFF2-40B4-BE49-F238E27FC236}">
                <a16:creationId xmlns:a16="http://schemas.microsoft.com/office/drawing/2014/main" id="{FC73DA9D-7EDF-157D-BC0F-19DF3205E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4410075"/>
            <a:ext cx="1414462" cy="55562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Packet</a:t>
            </a:r>
          </a:p>
        </p:txBody>
      </p:sp>
      <p:grpSp>
        <p:nvGrpSpPr>
          <p:cNvPr id="10" name="Group 165">
            <a:extLst>
              <a:ext uri="{FF2B5EF4-FFF2-40B4-BE49-F238E27FC236}">
                <a16:creationId xmlns:a16="http://schemas.microsoft.com/office/drawing/2014/main" id="{20B3905E-7CF4-FAD7-964E-FD67DB963085}"/>
              </a:ext>
            </a:extLst>
          </p:cNvPr>
          <p:cNvGrpSpPr>
            <a:grpSpLocks/>
          </p:cNvGrpSpPr>
          <p:nvPr/>
        </p:nvGrpSpPr>
        <p:grpSpPr bwMode="auto">
          <a:xfrm>
            <a:off x="5010150" y="5043488"/>
            <a:ext cx="1414463" cy="539750"/>
            <a:chOff x="3156" y="3177"/>
            <a:chExt cx="891" cy="340"/>
          </a:xfrm>
        </p:grpSpPr>
        <p:sp>
          <p:nvSpPr>
            <p:cNvPr id="35911" name="Rectangle 99">
              <a:extLst>
                <a:ext uri="{FF2B5EF4-FFF2-40B4-BE49-F238E27FC236}">
                  <a16:creationId xmlns:a16="http://schemas.microsoft.com/office/drawing/2014/main" id="{8EB877A6-1C25-CA15-E7E7-8B8BC8D36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3189"/>
              <a:ext cx="420" cy="328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r>
                <a:rPr lang="en-US" altLang="en-US" sz="1600"/>
                <a:t>DT</a:t>
              </a:r>
            </a:p>
          </p:txBody>
        </p:sp>
        <p:sp>
          <p:nvSpPr>
            <p:cNvPr id="35912" name="Rectangle 100">
              <a:extLst>
                <a:ext uri="{FF2B5EF4-FFF2-40B4-BE49-F238E27FC236}">
                  <a16:creationId xmlns:a16="http://schemas.microsoft.com/office/drawing/2014/main" id="{EC13795E-31E3-7A6F-8FA2-FE670835D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5" y="3177"/>
              <a:ext cx="437" cy="327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400">
                  <a:solidFill>
                    <a:schemeClr val="bg1"/>
                  </a:solidFill>
                </a:rPr>
                <a:t>Packet</a:t>
              </a:r>
            </a:p>
          </p:txBody>
        </p:sp>
        <p:sp>
          <p:nvSpPr>
            <p:cNvPr id="35913" name="Rectangle 101">
              <a:extLst>
                <a:ext uri="{FF2B5EF4-FFF2-40B4-BE49-F238E27FC236}">
                  <a16:creationId xmlns:a16="http://schemas.microsoft.com/office/drawing/2014/main" id="{04CE34AB-D8FC-08E0-8695-CCABBC635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177"/>
              <a:ext cx="351" cy="328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/>
              <a:r>
                <a:rPr lang="en-US" altLang="en-US" sz="1600"/>
                <a:t>DH</a:t>
              </a:r>
            </a:p>
          </p:txBody>
        </p:sp>
      </p:grpSp>
      <p:grpSp>
        <p:nvGrpSpPr>
          <p:cNvPr id="11" name="Group 102">
            <a:extLst>
              <a:ext uri="{FF2B5EF4-FFF2-40B4-BE49-F238E27FC236}">
                <a16:creationId xmlns:a16="http://schemas.microsoft.com/office/drawing/2014/main" id="{338092CA-771C-0A50-F439-A22995EEEBF5}"/>
              </a:ext>
            </a:extLst>
          </p:cNvPr>
          <p:cNvGrpSpPr>
            <a:grpSpLocks/>
          </p:cNvGrpSpPr>
          <p:nvPr/>
        </p:nvGrpSpPr>
        <p:grpSpPr bwMode="auto">
          <a:xfrm>
            <a:off x="5099050" y="5080000"/>
            <a:ext cx="3230563" cy="520700"/>
            <a:chOff x="238" y="3189"/>
            <a:chExt cx="2035" cy="328"/>
          </a:xfrm>
        </p:grpSpPr>
        <p:sp>
          <p:nvSpPr>
            <p:cNvPr id="35909" name="Rectangle 103">
              <a:extLst>
                <a:ext uri="{FF2B5EF4-FFF2-40B4-BE49-F238E27FC236}">
                  <a16:creationId xmlns:a16="http://schemas.microsoft.com/office/drawing/2014/main" id="{DFA2F4B3-D0DA-935A-482C-06946083C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" y="3419"/>
              <a:ext cx="68" cy="56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910" name="Rectangle 104">
              <a:extLst>
                <a:ext uri="{FF2B5EF4-FFF2-40B4-BE49-F238E27FC236}">
                  <a16:creationId xmlns:a16="http://schemas.microsoft.com/office/drawing/2014/main" id="{64B33129-80A8-F742-D2A3-8B799872A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2" y="3189"/>
              <a:ext cx="351" cy="328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/>
              <a:r>
                <a:rPr lang="en-US" altLang="en-US" sz="1600"/>
                <a:t>DT</a:t>
              </a:r>
            </a:p>
          </p:txBody>
        </p:sp>
      </p:grpSp>
      <p:sp>
        <p:nvSpPr>
          <p:cNvPr id="404585" name="Rectangle 105">
            <a:extLst>
              <a:ext uri="{FF2B5EF4-FFF2-40B4-BE49-F238E27FC236}">
                <a16:creationId xmlns:a16="http://schemas.microsoft.com/office/drawing/2014/main" id="{A6174674-14DB-769E-79BF-57339D203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38" y="5045075"/>
            <a:ext cx="560387" cy="5572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endParaRPr lang="en-US" altLang="en-US" sz="1600"/>
          </a:p>
        </p:txBody>
      </p:sp>
      <p:grpSp>
        <p:nvGrpSpPr>
          <p:cNvPr id="12" name="Group 106">
            <a:extLst>
              <a:ext uri="{FF2B5EF4-FFF2-40B4-BE49-F238E27FC236}">
                <a16:creationId xmlns:a16="http://schemas.microsoft.com/office/drawing/2014/main" id="{E95B923E-156B-6C77-D17E-F3AD856018FC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5072063"/>
            <a:ext cx="2343150" cy="520700"/>
            <a:chOff x="326" y="3189"/>
            <a:chExt cx="1476" cy="328"/>
          </a:xfrm>
        </p:grpSpPr>
        <p:sp>
          <p:nvSpPr>
            <p:cNvPr id="35907" name="Rectangle 107">
              <a:extLst>
                <a:ext uri="{FF2B5EF4-FFF2-40B4-BE49-F238E27FC236}">
                  <a16:creationId xmlns:a16="http://schemas.microsoft.com/office/drawing/2014/main" id="{C154229E-9B75-9B12-FC48-5061F5FB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3189"/>
              <a:ext cx="420" cy="328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r>
                <a:rPr lang="en-US" altLang="en-US" sz="1600"/>
                <a:t>DH</a:t>
              </a:r>
            </a:p>
          </p:txBody>
        </p:sp>
        <p:sp>
          <p:nvSpPr>
            <p:cNvPr id="35908" name="Rectangle 108">
              <a:extLst>
                <a:ext uri="{FF2B5EF4-FFF2-40B4-BE49-F238E27FC236}">
                  <a16:creationId xmlns:a16="http://schemas.microsoft.com/office/drawing/2014/main" id="{B376D718-43AC-20E0-AEC8-9CF4DE588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" y="3419"/>
              <a:ext cx="60" cy="56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3" name="Group 162">
            <a:extLst>
              <a:ext uri="{FF2B5EF4-FFF2-40B4-BE49-F238E27FC236}">
                <a16:creationId xmlns:a16="http://schemas.microsoft.com/office/drawing/2014/main" id="{81998860-C3AE-E7A6-7965-090B7C9CF4D4}"/>
              </a:ext>
            </a:extLst>
          </p:cNvPr>
          <p:cNvGrpSpPr>
            <a:grpSpLocks/>
          </p:cNvGrpSpPr>
          <p:nvPr/>
        </p:nvGrpSpPr>
        <p:grpSpPr bwMode="auto">
          <a:xfrm>
            <a:off x="4997450" y="4433888"/>
            <a:ext cx="1398588" cy="522287"/>
            <a:chOff x="3148" y="2793"/>
            <a:chExt cx="881" cy="329"/>
          </a:xfrm>
        </p:grpSpPr>
        <p:sp>
          <p:nvSpPr>
            <p:cNvPr id="35905" name="Rectangle 113">
              <a:extLst>
                <a:ext uri="{FF2B5EF4-FFF2-40B4-BE49-F238E27FC236}">
                  <a16:creationId xmlns:a16="http://schemas.microsoft.com/office/drawing/2014/main" id="{127FE942-FFB1-6767-6E29-C13F37B68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94"/>
              <a:ext cx="356" cy="328"/>
            </a:xfrm>
            <a:prstGeom prst="rect">
              <a:avLst/>
            </a:prstGeom>
            <a:solidFill>
              <a:srgbClr val="FF99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600"/>
                <a:t>NH</a:t>
              </a:r>
            </a:p>
          </p:txBody>
        </p:sp>
        <p:sp>
          <p:nvSpPr>
            <p:cNvPr id="35906" name="Rectangle 114">
              <a:extLst>
                <a:ext uri="{FF2B5EF4-FFF2-40B4-BE49-F238E27FC236}">
                  <a16:creationId xmlns:a16="http://schemas.microsoft.com/office/drawing/2014/main" id="{F84FCBC5-9579-DC62-BB0F-9619424F1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2793"/>
              <a:ext cx="531" cy="327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400">
                  <a:solidFill>
                    <a:schemeClr val="bg1"/>
                  </a:solidFill>
                </a:rPr>
                <a:t>Segment</a:t>
              </a:r>
            </a:p>
          </p:txBody>
        </p:sp>
      </p:grpSp>
      <p:sp>
        <p:nvSpPr>
          <p:cNvPr id="404595" name="AutoShape 115">
            <a:extLst>
              <a:ext uri="{FF2B5EF4-FFF2-40B4-BE49-F238E27FC236}">
                <a16:creationId xmlns:a16="http://schemas.microsoft.com/office/drawing/2014/main" id="{602CE8C9-183C-D65E-97AF-D288F53F266F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540250" y="4576763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596" name="AutoShape 116">
            <a:extLst>
              <a:ext uri="{FF2B5EF4-FFF2-40B4-BE49-F238E27FC236}">
                <a16:creationId xmlns:a16="http://schemas.microsoft.com/office/drawing/2014/main" id="{E1237E82-4FC8-0A72-E290-F582C3CD275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4540250" y="5257800"/>
            <a:ext cx="304800" cy="863600"/>
          </a:xfrm>
          <a:prstGeom prst="curvedLeftArrow">
            <a:avLst>
              <a:gd name="adj1" fmla="val 56667"/>
              <a:gd name="adj2" fmla="val 113333"/>
              <a:gd name="adj3" fmla="val 33333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14" name="Group 144">
            <a:extLst>
              <a:ext uri="{FF2B5EF4-FFF2-40B4-BE49-F238E27FC236}">
                <a16:creationId xmlns:a16="http://schemas.microsoft.com/office/drawing/2014/main" id="{4696DDAE-95F3-251F-6442-2678CD57BF62}"/>
              </a:ext>
            </a:extLst>
          </p:cNvPr>
          <p:cNvGrpSpPr>
            <a:grpSpLocks/>
          </p:cNvGrpSpPr>
          <p:nvPr/>
        </p:nvGrpSpPr>
        <p:grpSpPr bwMode="auto">
          <a:xfrm>
            <a:off x="6072188" y="4433888"/>
            <a:ext cx="2274887" cy="520700"/>
            <a:chOff x="3825" y="2793"/>
            <a:chExt cx="1433" cy="328"/>
          </a:xfrm>
        </p:grpSpPr>
        <p:sp>
          <p:nvSpPr>
            <p:cNvPr id="35903" name="Rectangle 119">
              <a:extLst>
                <a:ext uri="{FF2B5EF4-FFF2-40B4-BE49-F238E27FC236}">
                  <a16:creationId xmlns:a16="http://schemas.microsoft.com/office/drawing/2014/main" id="{37994ED1-6AF3-C51C-4A52-DF8855267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" y="3012"/>
              <a:ext cx="58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904" name="Rectangle 120">
              <a:extLst>
                <a:ext uri="{FF2B5EF4-FFF2-40B4-BE49-F238E27FC236}">
                  <a16:creationId xmlns:a16="http://schemas.microsoft.com/office/drawing/2014/main" id="{BF0C5F66-D038-1A04-5918-EFC59A8FA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" y="2793"/>
              <a:ext cx="356" cy="328"/>
            </a:xfrm>
            <a:prstGeom prst="rect">
              <a:avLst/>
            </a:prstGeom>
            <a:solidFill>
              <a:srgbClr val="FF99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600"/>
                <a:t>NH</a:t>
              </a:r>
            </a:p>
          </p:txBody>
        </p:sp>
      </p:grpSp>
      <p:grpSp>
        <p:nvGrpSpPr>
          <p:cNvPr id="15" name="Group 160">
            <a:extLst>
              <a:ext uri="{FF2B5EF4-FFF2-40B4-BE49-F238E27FC236}">
                <a16:creationId xmlns:a16="http://schemas.microsoft.com/office/drawing/2014/main" id="{C197E998-718C-7B0E-6095-7164E9A0A803}"/>
              </a:ext>
            </a:extLst>
          </p:cNvPr>
          <p:cNvGrpSpPr>
            <a:grpSpLocks/>
          </p:cNvGrpSpPr>
          <p:nvPr/>
        </p:nvGrpSpPr>
        <p:grpSpPr bwMode="auto">
          <a:xfrm>
            <a:off x="4981575" y="3806825"/>
            <a:ext cx="1427163" cy="520700"/>
            <a:chOff x="3138" y="2398"/>
            <a:chExt cx="899" cy="328"/>
          </a:xfrm>
        </p:grpSpPr>
        <p:sp>
          <p:nvSpPr>
            <p:cNvPr id="35901" name="Rectangle 122">
              <a:extLst>
                <a:ext uri="{FF2B5EF4-FFF2-40B4-BE49-F238E27FC236}">
                  <a16:creationId xmlns:a16="http://schemas.microsoft.com/office/drawing/2014/main" id="{7CB63652-9027-379A-801A-7C7315702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8" y="2398"/>
              <a:ext cx="378" cy="3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600"/>
                <a:t>TH</a:t>
              </a:r>
            </a:p>
          </p:txBody>
        </p:sp>
        <p:sp>
          <p:nvSpPr>
            <p:cNvPr id="35902" name="Rectangle 123">
              <a:extLst>
                <a:ext uri="{FF2B5EF4-FFF2-40B4-BE49-F238E27FC236}">
                  <a16:creationId xmlns:a16="http://schemas.microsoft.com/office/drawing/2014/main" id="{A4EBEED9-F182-3996-7796-93A0F950B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2398"/>
              <a:ext cx="521" cy="327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400">
                  <a:solidFill>
                    <a:schemeClr val="bg1"/>
                  </a:solidFill>
                </a:rPr>
                <a:t>Data</a:t>
              </a:r>
            </a:p>
          </p:txBody>
        </p:sp>
      </p:grpSp>
      <p:grpSp>
        <p:nvGrpSpPr>
          <p:cNvPr id="16" name="Group 143">
            <a:extLst>
              <a:ext uri="{FF2B5EF4-FFF2-40B4-BE49-F238E27FC236}">
                <a16:creationId xmlns:a16="http://schemas.microsoft.com/office/drawing/2014/main" id="{1D653ED5-78E7-EC6F-6430-4E42E3837100}"/>
              </a:ext>
            </a:extLst>
          </p:cNvPr>
          <p:cNvGrpSpPr>
            <a:grpSpLocks/>
          </p:cNvGrpSpPr>
          <p:nvPr/>
        </p:nvGrpSpPr>
        <p:grpSpPr bwMode="auto">
          <a:xfrm>
            <a:off x="5921375" y="3789363"/>
            <a:ext cx="2425700" cy="520700"/>
            <a:chOff x="3730" y="2387"/>
            <a:chExt cx="1528" cy="328"/>
          </a:xfrm>
        </p:grpSpPr>
        <p:sp>
          <p:nvSpPr>
            <p:cNvPr id="35899" name="Rectangle 126">
              <a:extLst>
                <a:ext uri="{FF2B5EF4-FFF2-40B4-BE49-F238E27FC236}">
                  <a16:creationId xmlns:a16="http://schemas.microsoft.com/office/drawing/2014/main" id="{D9C65EE2-4509-6638-8A9C-FE691A6E0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" y="2606"/>
              <a:ext cx="68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900" name="Rectangle 127">
              <a:extLst>
                <a:ext uri="{FF2B5EF4-FFF2-40B4-BE49-F238E27FC236}">
                  <a16:creationId xmlns:a16="http://schemas.microsoft.com/office/drawing/2014/main" id="{889DB196-8427-28B3-A637-20E6E8E10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5" y="2387"/>
              <a:ext cx="373" cy="328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600"/>
                <a:t>TH</a:t>
              </a:r>
            </a:p>
          </p:txBody>
        </p:sp>
      </p:grpSp>
      <p:sp>
        <p:nvSpPr>
          <p:cNvPr id="404621" name="Rectangle 141">
            <a:extLst>
              <a:ext uri="{FF2B5EF4-FFF2-40B4-BE49-F238E27FC236}">
                <a16:creationId xmlns:a16="http://schemas.microsoft.com/office/drawing/2014/main" id="{03EAA7C6-7F7F-D28A-65EB-404E93B7D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5056188"/>
            <a:ext cx="1414462" cy="536575"/>
          </a:xfrm>
          <a:prstGeom prst="rect">
            <a:avLst/>
          </a:prstGeom>
          <a:solidFill>
            <a:srgbClr val="00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400">
                <a:solidFill>
                  <a:schemeClr val="bg1"/>
                </a:solidFill>
              </a:rPr>
              <a:t>Frame</a:t>
            </a:r>
          </a:p>
        </p:txBody>
      </p:sp>
      <p:sp>
        <p:nvSpPr>
          <p:cNvPr id="404641" name="Rectangle 161">
            <a:extLst>
              <a:ext uri="{FF2B5EF4-FFF2-40B4-BE49-F238E27FC236}">
                <a16:creationId xmlns:a16="http://schemas.microsoft.com/office/drawing/2014/main" id="{844524F1-59D0-1F8A-C09C-2AD8F8773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3746500"/>
            <a:ext cx="646113" cy="663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4643" name="Rectangle 163">
            <a:extLst>
              <a:ext uri="{FF2B5EF4-FFF2-40B4-BE49-F238E27FC236}">
                <a16:creationId xmlns:a16="http://schemas.microsoft.com/office/drawing/2014/main" id="{23A041CA-E8D9-E3F7-544D-429B3FA74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4375150"/>
            <a:ext cx="574675" cy="663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17" name="Group 166">
            <a:extLst>
              <a:ext uri="{FF2B5EF4-FFF2-40B4-BE49-F238E27FC236}">
                <a16:creationId xmlns:a16="http://schemas.microsoft.com/office/drawing/2014/main" id="{76D52965-39A8-9F79-495F-4A24E4DD8894}"/>
              </a:ext>
            </a:extLst>
          </p:cNvPr>
          <p:cNvGrpSpPr>
            <a:grpSpLocks/>
          </p:cNvGrpSpPr>
          <p:nvPr/>
        </p:nvGrpSpPr>
        <p:grpSpPr bwMode="auto">
          <a:xfrm>
            <a:off x="4767263" y="5033963"/>
            <a:ext cx="1673225" cy="557212"/>
            <a:chOff x="3172" y="3171"/>
            <a:chExt cx="885" cy="351"/>
          </a:xfrm>
        </p:grpSpPr>
        <p:sp>
          <p:nvSpPr>
            <p:cNvPr id="35897" name="Rectangle 167">
              <a:extLst>
                <a:ext uri="{FF2B5EF4-FFF2-40B4-BE49-F238E27FC236}">
                  <a16:creationId xmlns:a16="http://schemas.microsoft.com/office/drawing/2014/main" id="{8F7FE1B9-B589-AD38-1456-4A41403A7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" y="3171"/>
              <a:ext cx="885" cy="3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l"/>
              <a:endParaRPr lang="en-US" altLang="en-US" sz="1600"/>
            </a:p>
          </p:txBody>
        </p:sp>
        <p:sp>
          <p:nvSpPr>
            <p:cNvPr id="35898" name="Rectangle 168">
              <a:extLst>
                <a:ext uri="{FF2B5EF4-FFF2-40B4-BE49-F238E27FC236}">
                  <a16:creationId xmlns:a16="http://schemas.microsoft.com/office/drawing/2014/main" id="{23E8CF0C-B693-0625-DB9B-8C7134D66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" y="3185"/>
              <a:ext cx="437" cy="327"/>
            </a:xfrm>
            <a:prstGeom prst="rect">
              <a:avLst/>
            </a:prstGeom>
            <a:solidFill>
              <a:srgbClr val="00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n-US" sz="1400">
                  <a:solidFill>
                    <a:schemeClr val="bg1"/>
                  </a:solidFill>
                </a:rPr>
                <a:t>Packet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0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4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4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04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04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0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04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04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0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04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04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4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4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0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1"/>
                                            </p:cond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5"/>
                                            </p:cond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40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40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40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40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4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40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40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40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2" grpId="0" animBg="1" autoUpdateAnimBg="0"/>
      <p:bldP spid="404483" grpId="0" animBg="1" autoUpdateAnimBg="0"/>
      <p:bldP spid="404484" grpId="0" animBg="1" autoUpdateAnimBg="0"/>
      <p:bldP spid="404517" grpId="0" animBg="1" autoUpdateAnimBg="0"/>
      <p:bldP spid="404518" grpId="0" animBg="1" autoUpdateAnimBg="0"/>
      <p:bldP spid="404519" grpId="0" animBg="1" autoUpdateAnimBg="0"/>
      <p:bldP spid="404520" grpId="0" animBg="1" autoUpdateAnimBg="0"/>
      <p:bldP spid="404521" grpId="0" animBg="1" autoUpdateAnimBg="0"/>
      <p:bldP spid="404522" grpId="0" animBg="1" autoUpdateAnimBg="0"/>
      <p:bldP spid="404523" grpId="0" animBg="1"/>
      <p:bldP spid="404524" grpId="0" animBg="1"/>
      <p:bldP spid="404525" grpId="0" animBg="1"/>
      <p:bldP spid="404526" grpId="0" animBg="1"/>
      <p:bldP spid="404527" grpId="0" animBg="1"/>
      <p:bldP spid="404528" grpId="0" animBg="1"/>
      <p:bldP spid="404529" grpId="0" animBg="1" autoUpdateAnimBg="0"/>
      <p:bldP spid="404531" grpId="0" animBg="1" autoUpdateAnimBg="0"/>
      <p:bldP spid="404553" grpId="0" animBg="1" autoUpdateAnimBg="0"/>
      <p:bldP spid="404554" grpId="0" animBg="1" autoUpdateAnimBg="0"/>
      <p:bldP spid="404555" grpId="0" animBg="1" autoUpdateAnimBg="0"/>
      <p:bldP spid="404556" grpId="0" animBg="1"/>
      <p:bldP spid="404557" grpId="0" animBg="1"/>
      <p:bldP spid="404558" grpId="0" animBg="1"/>
      <p:bldP spid="404559" grpId="0" animBg="1"/>
      <p:bldP spid="404561" grpId="0" animBg="1" autoUpdateAnimBg="0"/>
      <p:bldP spid="404574" grpId="0" animBg="1" autoUpdateAnimBg="0"/>
      <p:bldP spid="404575" grpId="0" animBg="1" autoUpdateAnimBg="0"/>
      <p:bldP spid="404585" grpId="0" animBg="1" autoUpdateAnimBg="0"/>
      <p:bldP spid="404595" grpId="0" animBg="1"/>
      <p:bldP spid="404596" grpId="0" animBg="1"/>
      <p:bldP spid="404621" grpId="0" animBg="1" autoUpdateAnimBg="0"/>
      <p:bldP spid="404641" grpId="0" animBg="1"/>
      <p:bldP spid="40464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4EAAF32-6F3A-32E2-F0D8-3C1B5E51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9A931FA-9E10-4FE0-AE2A-6039E644AC93}" type="slidenum">
              <a:rPr lang="en-US" altLang="en-US" sz="1200">
                <a:solidFill>
                  <a:srgbClr val="898989"/>
                </a:solidFill>
              </a:rPr>
              <a:pPr/>
              <a:t>33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02447" name="Rectangle 15">
            <a:extLst>
              <a:ext uri="{FF2B5EF4-FFF2-40B4-BE49-F238E27FC236}">
                <a16:creationId xmlns:a16="http://schemas.microsoft.com/office/drawing/2014/main" id="{DBBF8348-BA90-66C2-30D2-736A16CEA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213" y="1550988"/>
            <a:ext cx="2514600" cy="1958975"/>
          </a:xfrm>
          <a:prstGeom prst="rect">
            <a:avLst/>
          </a:prstGeom>
          <a:solidFill>
            <a:srgbClr val="C0C0C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Application </a:t>
            </a:r>
          </a:p>
        </p:txBody>
      </p:sp>
      <p:sp>
        <p:nvSpPr>
          <p:cNvPr id="402450" name="Rectangle 18">
            <a:extLst>
              <a:ext uri="{FF2B5EF4-FFF2-40B4-BE49-F238E27FC236}">
                <a16:creationId xmlns:a16="http://schemas.microsoft.com/office/drawing/2014/main" id="{66A84357-6399-BC70-59AB-317C1B41E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213" y="3494088"/>
            <a:ext cx="2514600" cy="650875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Host-to-Host </a:t>
            </a:r>
          </a:p>
        </p:txBody>
      </p:sp>
      <p:sp>
        <p:nvSpPr>
          <p:cNvPr id="402451" name="Rectangle 19">
            <a:extLst>
              <a:ext uri="{FF2B5EF4-FFF2-40B4-BE49-F238E27FC236}">
                <a16:creationId xmlns:a16="http://schemas.microsoft.com/office/drawing/2014/main" id="{76B1C694-7C12-6705-BF73-EED0A9394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213" y="4127500"/>
            <a:ext cx="2514600" cy="650875"/>
          </a:xfrm>
          <a:prstGeom prst="rect">
            <a:avLst/>
          </a:prstGeom>
          <a:solidFill>
            <a:srgbClr val="FF9966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Internet</a:t>
            </a:r>
          </a:p>
        </p:txBody>
      </p:sp>
      <p:sp>
        <p:nvSpPr>
          <p:cNvPr id="402453" name="Rectangle 21">
            <a:extLst>
              <a:ext uri="{FF2B5EF4-FFF2-40B4-BE49-F238E27FC236}">
                <a16:creationId xmlns:a16="http://schemas.microsoft.com/office/drawing/2014/main" id="{07590F34-DB94-15F4-4AB6-6F2C71B6C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213" y="4778375"/>
            <a:ext cx="2514600" cy="1296988"/>
          </a:xfrm>
          <a:prstGeom prst="rect">
            <a:avLst/>
          </a:prstGeom>
          <a:solidFill>
            <a:srgbClr val="FF99FF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/>
              <a:t>Network </a:t>
            </a:r>
          </a:p>
          <a:p>
            <a:pPr>
              <a:defRPr/>
            </a:pPr>
            <a:r>
              <a:rPr lang="en-US"/>
              <a:t>Access</a:t>
            </a:r>
          </a:p>
        </p:txBody>
      </p:sp>
      <p:sp>
        <p:nvSpPr>
          <p:cNvPr id="36871" name="Rectangle 22">
            <a:extLst>
              <a:ext uri="{FF2B5EF4-FFF2-40B4-BE49-F238E27FC236}">
                <a16:creationId xmlns:a16="http://schemas.microsoft.com/office/drawing/2014/main" id="{D691F7BB-EB9F-8000-714E-CFF827C7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361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ja-JP" sz="2400">
                <a:solidFill>
                  <a:schemeClr val="bg1"/>
                </a:solidFill>
              </a:rPr>
              <a:t>Comparing OSI with TCP/IP Layers </a:t>
            </a:r>
          </a:p>
        </p:txBody>
      </p:sp>
      <p:sp>
        <p:nvSpPr>
          <p:cNvPr id="402458" name="AutoShape 26">
            <a:extLst>
              <a:ext uri="{FF2B5EF4-FFF2-40B4-BE49-F238E27FC236}">
                <a16:creationId xmlns:a16="http://schemas.microsoft.com/office/drawing/2014/main" id="{8B43D4E3-4350-99A5-5D3D-514CCF89F586}"/>
              </a:ext>
            </a:extLst>
          </p:cNvPr>
          <p:cNvSpPr>
            <a:spLocks/>
          </p:cNvSpPr>
          <p:nvPr/>
        </p:nvSpPr>
        <p:spPr bwMode="auto">
          <a:xfrm>
            <a:off x="4073525" y="1563688"/>
            <a:ext cx="357188" cy="1898650"/>
          </a:xfrm>
          <a:prstGeom prst="rightBrace">
            <a:avLst>
              <a:gd name="adj1" fmla="val 44468"/>
              <a:gd name="adj2" fmla="val 50000"/>
            </a:avLst>
          </a:prstGeom>
          <a:noFill/>
          <a:ln w="571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2460" name="AutoShape 28">
            <a:extLst>
              <a:ext uri="{FF2B5EF4-FFF2-40B4-BE49-F238E27FC236}">
                <a16:creationId xmlns:a16="http://schemas.microsoft.com/office/drawing/2014/main" id="{7B3B6920-5FE4-20B1-95FB-746DB7479328}"/>
              </a:ext>
            </a:extLst>
          </p:cNvPr>
          <p:cNvSpPr>
            <a:spLocks/>
          </p:cNvSpPr>
          <p:nvPr/>
        </p:nvSpPr>
        <p:spPr bwMode="auto">
          <a:xfrm>
            <a:off x="4090988" y="3533775"/>
            <a:ext cx="322262" cy="571500"/>
          </a:xfrm>
          <a:prstGeom prst="rightBrace">
            <a:avLst>
              <a:gd name="adj1" fmla="val 44335"/>
              <a:gd name="adj2" fmla="val 50000"/>
            </a:avLst>
          </a:prstGeom>
          <a:noFill/>
          <a:ln w="571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2461" name="AutoShape 29">
            <a:extLst>
              <a:ext uri="{FF2B5EF4-FFF2-40B4-BE49-F238E27FC236}">
                <a16:creationId xmlns:a16="http://schemas.microsoft.com/office/drawing/2014/main" id="{652141AF-8587-F4F5-1DC3-9724821A2131}"/>
              </a:ext>
            </a:extLst>
          </p:cNvPr>
          <p:cNvSpPr>
            <a:spLocks/>
          </p:cNvSpPr>
          <p:nvPr/>
        </p:nvSpPr>
        <p:spPr bwMode="auto">
          <a:xfrm>
            <a:off x="4073525" y="4819650"/>
            <a:ext cx="357188" cy="1216025"/>
          </a:xfrm>
          <a:prstGeom prst="rightBrace">
            <a:avLst>
              <a:gd name="adj1" fmla="val 28481"/>
              <a:gd name="adj2" fmla="val 50000"/>
            </a:avLst>
          </a:prstGeom>
          <a:noFill/>
          <a:ln w="571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2464" name="AutoShape 32">
            <a:extLst>
              <a:ext uri="{FF2B5EF4-FFF2-40B4-BE49-F238E27FC236}">
                <a16:creationId xmlns:a16="http://schemas.microsoft.com/office/drawing/2014/main" id="{B9556DEE-CFA4-4F4C-0EC7-CE6986C02E79}"/>
              </a:ext>
            </a:extLst>
          </p:cNvPr>
          <p:cNvSpPr>
            <a:spLocks/>
          </p:cNvSpPr>
          <p:nvPr/>
        </p:nvSpPr>
        <p:spPr bwMode="auto">
          <a:xfrm>
            <a:off x="4090988" y="4165600"/>
            <a:ext cx="322262" cy="571500"/>
          </a:xfrm>
          <a:prstGeom prst="rightBrace">
            <a:avLst>
              <a:gd name="adj1" fmla="val 44335"/>
              <a:gd name="adj2" fmla="val 50000"/>
            </a:avLst>
          </a:prstGeom>
          <a:noFill/>
          <a:ln w="571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2465" name="Rectangle 33">
            <a:extLst>
              <a:ext uri="{FF2B5EF4-FFF2-40B4-BE49-F238E27FC236}">
                <a16:creationId xmlns:a16="http://schemas.microsoft.com/office/drawing/2014/main" id="{04D51FBC-50B7-F5E6-8213-1788FB0FA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225" y="1069975"/>
            <a:ext cx="2476500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ja-JP">
                <a:solidFill>
                  <a:schemeClr val="folHlink"/>
                </a:solidFill>
              </a:rPr>
              <a:t>OSI Layers</a:t>
            </a:r>
            <a:endParaRPr lang="en-US" altLang="ja-JP"/>
          </a:p>
        </p:txBody>
      </p:sp>
      <p:sp>
        <p:nvSpPr>
          <p:cNvPr id="402466" name="Rectangle 34">
            <a:extLst>
              <a:ext uri="{FF2B5EF4-FFF2-40B4-BE49-F238E27FC236}">
                <a16:creationId xmlns:a16="http://schemas.microsoft.com/office/drawing/2014/main" id="{91E386D5-EB9D-0510-AF79-D51611E47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1069975"/>
            <a:ext cx="2495550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ja-JP">
                <a:solidFill>
                  <a:schemeClr val="folHlink"/>
                </a:solidFill>
              </a:rPr>
              <a:t>TCP/IP Layers</a:t>
            </a:r>
            <a:endParaRPr lang="en-US" altLang="ja-JP"/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422BE3B1-9FF0-AF53-2C12-1E48AD29C41E}"/>
              </a:ext>
            </a:extLst>
          </p:cNvPr>
          <p:cNvGrpSpPr>
            <a:grpSpLocks/>
          </p:cNvGrpSpPr>
          <p:nvPr/>
        </p:nvGrpSpPr>
        <p:grpSpPr bwMode="auto">
          <a:xfrm>
            <a:off x="1266825" y="1550988"/>
            <a:ext cx="2514600" cy="4540250"/>
            <a:chOff x="1733" y="900"/>
            <a:chExt cx="1584" cy="2860"/>
          </a:xfrm>
        </p:grpSpPr>
        <p:sp>
          <p:nvSpPr>
            <p:cNvPr id="402468" name="Rectangle 36">
              <a:extLst>
                <a:ext uri="{FF2B5EF4-FFF2-40B4-BE49-F238E27FC236}">
                  <a16:creationId xmlns:a16="http://schemas.microsoft.com/office/drawing/2014/main" id="{4D07C6FC-5A28-2A15-D3BA-CE0A94820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900"/>
              <a:ext cx="1584" cy="410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Application </a:t>
              </a:r>
            </a:p>
          </p:txBody>
        </p:sp>
        <p:sp>
          <p:nvSpPr>
            <p:cNvPr id="402469" name="Rectangle 37">
              <a:extLst>
                <a:ext uri="{FF2B5EF4-FFF2-40B4-BE49-F238E27FC236}">
                  <a16:creationId xmlns:a16="http://schemas.microsoft.com/office/drawing/2014/main" id="{38D5AF6A-4A3F-D231-7978-35A37FED5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306"/>
              <a:ext cx="1584" cy="410"/>
            </a:xfrm>
            <a:prstGeom prst="rect">
              <a:avLst/>
            </a:prstGeom>
            <a:solidFill>
              <a:srgbClr val="99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Presentation</a:t>
              </a:r>
            </a:p>
          </p:txBody>
        </p:sp>
        <p:sp>
          <p:nvSpPr>
            <p:cNvPr id="402470" name="Rectangle 38">
              <a:extLst>
                <a:ext uri="{FF2B5EF4-FFF2-40B4-BE49-F238E27FC236}">
                  <a16:creationId xmlns:a16="http://schemas.microsoft.com/office/drawing/2014/main" id="{94BDAD90-F720-4B75-1639-3DC4E34DF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716"/>
              <a:ext cx="1584" cy="409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Session</a:t>
              </a:r>
            </a:p>
          </p:txBody>
        </p:sp>
        <p:sp>
          <p:nvSpPr>
            <p:cNvPr id="402471" name="Rectangle 39">
              <a:extLst>
                <a:ext uri="{FF2B5EF4-FFF2-40B4-BE49-F238E27FC236}">
                  <a16:creationId xmlns:a16="http://schemas.microsoft.com/office/drawing/2014/main" id="{84174038-A470-7B82-9CE1-54E28723C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123"/>
              <a:ext cx="1584" cy="410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Transport  </a:t>
              </a:r>
            </a:p>
          </p:txBody>
        </p:sp>
        <p:sp>
          <p:nvSpPr>
            <p:cNvPr id="402472" name="Rectangle 40">
              <a:extLst>
                <a:ext uri="{FF2B5EF4-FFF2-40B4-BE49-F238E27FC236}">
                  <a16:creationId xmlns:a16="http://schemas.microsoft.com/office/drawing/2014/main" id="{801B428A-DB1D-113E-60EC-D8F2A920E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530"/>
              <a:ext cx="1584" cy="410"/>
            </a:xfrm>
            <a:prstGeom prst="rect">
              <a:avLst/>
            </a:prstGeom>
            <a:solidFill>
              <a:srgbClr val="FF9966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Network   </a:t>
              </a:r>
            </a:p>
          </p:txBody>
        </p:sp>
        <p:sp>
          <p:nvSpPr>
            <p:cNvPr id="402473" name="Rectangle 41">
              <a:extLst>
                <a:ext uri="{FF2B5EF4-FFF2-40B4-BE49-F238E27FC236}">
                  <a16:creationId xmlns:a16="http://schemas.microsoft.com/office/drawing/2014/main" id="{68095939-E96B-1FF0-5022-624F83A96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940"/>
              <a:ext cx="1584" cy="410"/>
            </a:xfrm>
            <a:prstGeom prst="rect">
              <a:avLst/>
            </a:prstGeom>
            <a:solidFill>
              <a:srgbClr val="66FF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Data Link</a:t>
              </a:r>
            </a:p>
          </p:txBody>
        </p:sp>
        <p:sp>
          <p:nvSpPr>
            <p:cNvPr id="402474" name="Rectangle 42">
              <a:extLst>
                <a:ext uri="{FF2B5EF4-FFF2-40B4-BE49-F238E27FC236}">
                  <a16:creationId xmlns:a16="http://schemas.microsoft.com/office/drawing/2014/main" id="{7CF7A728-637A-2562-87CF-3AC3ABE4C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3350"/>
              <a:ext cx="1584" cy="410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>
                <a:defRPr/>
              </a:pPr>
              <a:r>
                <a:rPr lang="en-US"/>
                <a:t>Physical</a:t>
              </a:r>
            </a:p>
          </p:txBody>
        </p:sp>
      </p:grpSp>
      <p:sp>
        <p:nvSpPr>
          <p:cNvPr id="36879" name="Date Placeholder 3">
            <a:extLst>
              <a:ext uri="{FF2B5EF4-FFF2-40B4-BE49-F238E27FC236}">
                <a16:creationId xmlns:a16="http://schemas.microsoft.com/office/drawing/2014/main" id="{EFD1A637-3837-8FCF-73B8-2049E4D13C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B32E2D0-E195-46E8-A43E-0A7441CA0C49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6880" name="Footer Placeholder 4">
            <a:extLst>
              <a:ext uri="{FF2B5EF4-FFF2-40B4-BE49-F238E27FC236}">
                <a16:creationId xmlns:a16="http://schemas.microsoft.com/office/drawing/2014/main" id="{962F4DDD-12D2-38B7-222C-C1CC4F2C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6881" name="Slide Number Placeholder 5">
            <a:extLst>
              <a:ext uri="{FF2B5EF4-FFF2-40B4-BE49-F238E27FC236}">
                <a16:creationId xmlns:a16="http://schemas.microsoft.com/office/drawing/2014/main" id="{7A47B386-B32B-E582-E5D4-468BBA3347FE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4254026A-5A08-4A8F-B9B5-F0C6352D3CA9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33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1F9067E9-3CF2-172F-E503-E935364306CF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B28AF37F-B299-85F5-6DD6-DBE19EBBE518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7" name="Trapezoid 26">
            <a:extLst>
              <a:ext uri="{FF2B5EF4-FFF2-40B4-BE49-F238E27FC236}">
                <a16:creationId xmlns:a16="http://schemas.microsoft.com/office/drawing/2014/main" id="{7891C11E-D4AB-E54A-7020-2832B01F992B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0026B109-6837-C262-620F-8C6DF5172B54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2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2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2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2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2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2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47" grpId="0" animBg="1" autoUpdateAnimBg="0"/>
      <p:bldP spid="402450" grpId="0" animBg="1" autoUpdateAnimBg="0"/>
      <p:bldP spid="402451" grpId="0" animBg="1" autoUpdateAnimBg="0"/>
      <p:bldP spid="402453" grpId="0" animBg="1" autoUpdateAnimBg="0"/>
      <p:bldP spid="402458" grpId="0" animBg="1"/>
      <p:bldP spid="402460" grpId="0" animBg="1"/>
      <p:bldP spid="402461" grpId="0" animBg="1"/>
      <p:bldP spid="402464" grpId="0" animBg="1"/>
      <p:bldP spid="402465" grpId="0" autoUpdateAnimBg="0"/>
      <p:bldP spid="40246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106CBDF-6B85-6029-7C57-F4DECAB8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893860A-46B6-42B4-A66A-E64C638A15AF}" type="slidenum">
              <a:rPr lang="en-US" altLang="en-US" sz="1200">
                <a:solidFill>
                  <a:srgbClr val="898989"/>
                </a:solidFill>
              </a:rPr>
              <a:pPr/>
              <a:t>34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03460" name="WordArt 4">
            <a:extLst>
              <a:ext uri="{FF2B5EF4-FFF2-40B4-BE49-F238E27FC236}">
                <a16:creationId xmlns:a16="http://schemas.microsoft.com/office/drawing/2014/main" id="{D963018A-A766-55C4-73CD-BECD649D165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28900" y="3086100"/>
            <a:ext cx="388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GB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rgbClr val="663300"/>
                </a:solidFill>
                <a:effectLst>
                  <a:outerShdw dist="107763" dir="2700000" algn="ctr" rotWithShape="0">
                    <a:schemeClr val="bg2"/>
                  </a:outerShdw>
                </a:effectLst>
                <a:latin typeface="Arial Black" panose="020B0A04020102020204" pitchFamily="34" charset="0"/>
              </a:rPr>
              <a:t>THE END</a:t>
            </a:r>
          </a:p>
        </p:txBody>
      </p:sp>
      <p:sp>
        <p:nvSpPr>
          <p:cNvPr id="37892" name="Date Placeholder 3">
            <a:extLst>
              <a:ext uri="{FF2B5EF4-FFF2-40B4-BE49-F238E27FC236}">
                <a16:creationId xmlns:a16="http://schemas.microsoft.com/office/drawing/2014/main" id="{230B614C-D5F4-3272-CFCB-D9A2EC94CB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D9A5B24-6A8B-4F75-8ACE-A6901E947889}" type="datetime1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2/8/2025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7893" name="Footer Placeholder 4">
            <a:extLst>
              <a:ext uri="{FF2B5EF4-FFF2-40B4-BE49-F238E27FC236}">
                <a16:creationId xmlns:a16="http://schemas.microsoft.com/office/drawing/2014/main" id="{AE75DFB0-C5F1-90A9-F38F-76011E2B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7894" name="Slide Number Placeholder 5">
            <a:extLst>
              <a:ext uri="{FF2B5EF4-FFF2-40B4-BE49-F238E27FC236}">
                <a16:creationId xmlns:a16="http://schemas.microsoft.com/office/drawing/2014/main" id="{1E4572AE-E88F-A442-6331-F73FCA704616}"/>
              </a:ext>
            </a:extLst>
          </p:cNvPr>
          <p:cNvSpPr txBox="1">
            <a:spLocks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/>
            <a:fld id="{BAC6B63D-AC9E-457B-83FC-36CAD963532B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algn="r"/>
              <a:t>34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0D6A63F3-0D10-9EE5-819B-50C3F7A44E17}"/>
              </a:ext>
            </a:extLst>
          </p:cNvPr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71495074-1071-A4B5-0C0B-89FDCF68B7B7}"/>
              </a:ext>
            </a:extLst>
          </p:cNvPr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6BFB2118-4A3B-45EC-A085-3A144E4C3A01}"/>
              </a:ext>
            </a:extLst>
          </p:cNvPr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A832A1A2-68AA-4024-D0ED-9CA2E02B1B1E}"/>
              </a:ext>
            </a:extLst>
          </p:cNvPr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0D1AC09-1A64-93D7-F948-B37B49FFD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AAD12A1-A6CC-8D88-8EB0-D76D9CA47E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9C03EA-41E8-6F75-C120-5DDCB66F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0532ABC-F351-40CF-BE02-EB822A4286CD}" type="slidenum">
              <a:rPr lang="en-US" altLang="en-US" sz="1200">
                <a:solidFill>
                  <a:srgbClr val="898989"/>
                </a:solidFill>
              </a:rPr>
              <a:pPr/>
              <a:t>35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DDC1F2-A445-7731-A0BF-8E46ED4B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67DFA15-E49D-4B8D-BF09-0F6DAAA1B23F}" type="slidenum">
              <a:rPr lang="en-US" altLang="en-US" sz="1200">
                <a:solidFill>
                  <a:srgbClr val="898989"/>
                </a:solidFill>
              </a:rPr>
              <a:pPr/>
              <a:t>36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357B32C-C520-BC4D-AADF-F5BF7392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ja-JP">
                <a:solidFill>
                  <a:schemeClr val="bg1"/>
                </a:solidFill>
              </a:rPr>
              <a:t>Example of HTTP request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C08B12E-58C4-917C-AE5D-A253785F9E54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737100"/>
            <a:ext cx="6119813" cy="1677988"/>
            <a:chOff x="846" y="2984"/>
            <a:chExt cx="3855" cy="1057"/>
          </a:xfrm>
        </p:grpSpPr>
        <p:grpSp>
          <p:nvGrpSpPr>
            <p:cNvPr id="39943" name="Group 4">
              <a:extLst>
                <a:ext uri="{FF2B5EF4-FFF2-40B4-BE49-F238E27FC236}">
                  <a16:creationId xmlns:a16="http://schemas.microsoft.com/office/drawing/2014/main" id="{12149107-9819-61B9-2BBD-17714C00B4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1057"/>
              <a:chOff x="846" y="2984"/>
              <a:chExt cx="3855" cy="1057"/>
            </a:xfrm>
          </p:grpSpPr>
          <p:sp>
            <p:nvSpPr>
              <p:cNvPr id="39945" name="Text Box 5">
                <a:extLst>
                  <a:ext uri="{FF2B5EF4-FFF2-40B4-BE49-F238E27FC236}">
                    <a16:creationId xmlns:a16="http://schemas.microsoft.com/office/drawing/2014/main" id="{ED2809EF-E82A-AF2E-644D-648886F133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3" y="3839"/>
                <a:ext cx="50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1500"/>
                  <a:t>Client</a:t>
                </a:r>
              </a:p>
            </p:txBody>
          </p:sp>
          <p:sp>
            <p:nvSpPr>
              <p:cNvPr id="39946" name="Text Box 6">
                <a:extLst>
                  <a:ext uri="{FF2B5EF4-FFF2-40B4-BE49-F238E27FC236}">
                    <a16:creationId xmlns:a16="http://schemas.microsoft.com/office/drawing/2014/main" id="{BAD1ECD2-5CFC-C014-25D6-C7C287B15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2" y="3839"/>
                <a:ext cx="89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1500"/>
                  <a:t>Web Server</a:t>
                </a:r>
              </a:p>
            </p:txBody>
          </p:sp>
          <p:grpSp>
            <p:nvGrpSpPr>
              <p:cNvPr id="39947" name="Group 7">
                <a:extLst>
                  <a:ext uri="{FF2B5EF4-FFF2-40B4-BE49-F238E27FC236}">
                    <a16:creationId xmlns:a16="http://schemas.microsoft.com/office/drawing/2014/main" id="{4C3CD566-DDEA-F714-6BEF-79F59674DD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6" y="2984"/>
                <a:ext cx="3855" cy="759"/>
                <a:chOff x="846" y="2984"/>
                <a:chExt cx="3855" cy="759"/>
              </a:xfrm>
            </p:grpSpPr>
            <p:pic>
              <p:nvPicPr>
                <p:cNvPr id="39948" name="Picture 8">
                  <a:extLst>
                    <a:ext uri="{FF2B5EF4-FFF2-40B4-BE49-F238E27FC236}">
                      <a16:creationId xmlns:a16="http://schemas.microsoft.com/office/drawing/2014/main" id="{43AC6517-0C28-8F34-C5C3-1A6DA87D0A71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9949" name="Picture 9">
                  <a:extLst>
                    <a:ext uri="{FF2B5EF4-FFF2-40B4-BE49-F238E27FC236}">
                      <a16:creationId xmlns:a16="http://schemas.microsoft.com/office/drawing/2014/main" id="{597A7978-6C43-71A0-2819-B17A8D041AB5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2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39950" name="AutoShape 10">
                  <a:extLst>
                    <a:ext uri="{FF2B5EF4-FFF2-40B4-BE49-F238E27FC236}">
                      <a16:creationId xmlns:a16="http://schemas.microsoft.com/office/drawing/2014/main" id="{ACCAF529-3C43-C5E2-A514-230FD28DE2A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685" y="3364"/>
                  <a:ext cx="2177" cy="0"/>
                </a:xfrm>
                <a:prstGeom prst="straightConnector1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pic>
          <p:nvPicPr>
            <p:cNvPr id="39944" name="Picture 11">
              <a:extLst>
                <a:ext uri="{FF2B5EF4-FFF2-40B4-BE49-F238E27FC236}">
                  <a16:creationId xmlns:a16="http://schemas.microsoft.com/office/drawing/2014/main" id="{65FF171A-B3D4-88BE-F034-40F4B7493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4" y="3097"/>
              <a:ext cx="421" cy="298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12684" name="Picture 12">
            <a:extLst>
              <a:ext uri="{FF2B5EF4-FFF2-40B4-BE49-F238E27FC236}">
                <a16:creationId xmlns:a16="http://schemas.microsoft.com/office/drawing/2014/main" id="{EEF550CD-8BE7-CC38-E44D-E64B31400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85" name="Text Box 13">
            <a:extLst>
              <a:ext uri="{FF2B5EF4-FFF2-40B4-BE49-F238E27FC236}">
                <a16:creationId xmlns:a16="http://schemas.microsoft.com/office/drawing/2014/main" id="{6D57588B-507B-6EA2-2A71-92FD2AB23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790575"/>
            <a:ext cx="2197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Arial" panose="020B0604020202020204" pitchFamily="34" charset="0"/>
              </a:rPr>
              <a:t>http://www.zoomgroup.com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8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5686A92D-E37D-F46B-1484-5533B6F0B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C327D3C-73C6-437C-AC1E-73D143EF64A2}" type="slidenum">
              <a:rPr lang="en-US" altLang="en-US" sz="1200">
                <a:solidFill>
                  <a:srgbClr val="898989"/>
                </a:solidFill>
              </a:rPr>
              <a:pPr/>
              <a:t>37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6233731D-FD4A-E320-AF6F-8D134CE73DDB}"/>
              </a:ext>
            </a:extLst>
          </p:cNvPr>
          <p:cNvGrpSpPr>
            <a:grpSpLocks/>
          </p:cNvGrpSpPr>
          <p:nvPr/>
        </p:nvGrpSpPr>
        <p:grpSpPr bwMode="auto">
          <a:xfrm>
            <a:off x="1522413" y="4732338"/>
            <a:ext cx="5776912" cy="534987"/>
            <a:chOff x="959" y="3674"/>
            <a:chExt cx="3639" cy="337"/>
          </a:xfrm>
        </p:grpSpPr>
        <p:graphicFrame>
          <p:nvGraphicFramePr>
            <p:cNvPr id="7171" name="Object 3">
              <a:extLst>
                <a:ext uri="{FF2B5EF4-FFF2-40B4-BE49-F238E27FC236}">
                  <a16:creationId xmlns:a16="http://schemas.microsoft.com/office/drawing/2014/main" id="{31DB34FA-CA8B-4080-4280-3E8838BD03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9" y="3674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7171" name="Object 3">
                          <a:extLst>
                            <a:ext uri="{FF2B5EF4-FFF2-40B4-BE49-F238E27FC236}">
                              <a16:creationId xmlns:a16="http://schemas.microsoft.com/office/drawing/2014/main" id="{31DB34FA-CA8B-4080-4280-3E8838BD03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959" y="3674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0" name="Rectangle 4">
              <a:extLst>
                <a:ext uri="{FF2B5EF4-FFF2-40B4-BE49-F238E27FC236}">
                  <a16:creationId xmlns:a16="http://schemas.microsoft.com/office/drawing/2014/main" id="{BE197C1E-4F36-515A-4F83-7CED271CA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808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5FB7B545-CA06-0164-4ADF-D241815D5386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7170" name="Object 6">
              <a:extLst>
                <a:ext uri="{FF2B5EF4-FFF2-40B4-BE49-F238E27FC236}">
                  <a16:creationId xmlns:a16="http://schemas.microsoft.com/office/drawing/2014/main" id="{A0A32D50-937F-81D3-F489-48051F7006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7170" name="Object 6">
                          <a:extLst>
                            <a:ext uri="{FF2B5EF4-FFF2-40B4-BE49-F238E27FC236}">
                              <a16:creationId xmlns:a16="http://schemas.microsoft.com/office/drawing/2014/main" id="{A0A32D50-937F-81D3-F489-48051F7006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9" name="Rectangle 7">
              <a:extLst>
                <a:ext uri="{FF2B5EF4-FFF2-40B4-BE49-F238E27FC236}">
                  <a16:creationId xmlns:a16="http://schemas.microsoft.com/office/drawing/2014/main" id="{4AE643CF-1536-A040-8E39-77C89D183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7175" name="Rectangle 8">
            <a:extLst>
              <a:ext uri="{FF2B5EF4-FFF2-40B4-BE49-F238E27FC236}">
                <a16:creationId xmlns:a16="http://schemas.microsoft.com/office/drawing/2014/main" id="{E3753A01-D538-D4ED-022C-9A39617A2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ja-JP">
                <a:solidFill>
                  <a:schemeClr val="bg1"/>
                </a:solidFill>
              </a:rPr>
              <a:t>Example of HTTP request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7176" name="Group 9">
            <a:extLst>
              <a:ext uri="{FF2B5EF4-FFF2-40B4-BE49-F238E27FC236}">
                <a16:creationId xmlns:a16="http://schemas.microsoft.com/office/drawing/2014/main" id="{2D865DC3-6B6B-C580-E0BA-B28ADBE26F2C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737100"/>
            <a:ext cx="6119813" cy="1677988"/>
            <a:chOff x="846" y="2984"/>
            <a:chExt cx="3855" cy="1057"/>
          </a:xfrm>
        </p:grpSpPr>
        <p:grpSp>
          <p:nvGrpSpPr>
            <p:cNvPr id="7181" name="Group 10">
              <a:extLst>
                <a:ext uri="{FF2B5EF4-FFF2-40B4-BE49-F238E27FC236}">
                  <a16:creationId xmlns:a16="http://schemas.microsoft.com/office/drawing/2014/main" id="{1BBE6121-8132-CD48-CBC6-84944B788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1057"/>
              <a:chOff x="846" y="2984"/>
              <a:chExt cx="3855" cy="1057"/>
            </a:xfrm>
          </p:grpSpPr>
          <p:sp>
            <p:nvSpPr>
              <p:cNvPr id="7183" name="Text Box 11">
                <a:extLst>
                  <a:ext uri="{FF2B5EF4-FFF2-40B4-BE49-F238E27FC236}">
                    <a16:creationId xmlns:a16="http://schemas.microsoft.com/office/drawing/2014/main" id="{1F9E9BD2-FA82-CA61-862A-E25721076B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3" y="3839"/>
                <a:ext cx="50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1500"/>
                  <a:t>Client</a:t>
                </a:r>
              </a:p>
            </p:txBody>
          </p:sp>
          <p:sp>
            <p:nvSpPr>
              <p:cNvPr id="7184" name="Text Box 12">
                <a:extLst>
                  <a:ext uri="{FF2B5EF4-FFF2-40B4-BE49-F238E27FC236}">
                    <a16:creationId xmlns:a16="http://schemas.microsoft.com/office/drawing/2014/main" id="{96CB209F-504B-55C2-91F5-4F512A4A74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2" y="3839"/>
                <a:ext cx="89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1500"/>
                  <a:t>Web Server</a:t>
                </a:r>
              </a:p>
            </p:txBody>
          </p:sp>
          <p:grpSp>
            <p:nvGrpSpPr>
              <p:cNvPr id="7185" name="Group 13">
                <a:extLst>
                  <a:ext uri="{FF2B5EF4-FFF2-40B4-BE49-F238E27FC236}">
                    <a16:creationId xmlns:a16="http://schemas.microsoft.com/office/drawing/2014/main" id="{C6CDA9F3-EA96-6560-0044-AD64C7A8E1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6" y="2984"/>
                <a:ext cx="3855" cy="759"/>
                <a:chOff x="846" y="2984"/>
                <a:chExt cx="3855" cy="759"/>
              </a:xfrm>
            </p:grpSpPr>
            <p:pic>
              <p:nvPicPr>
                <p:cNvPr id="7186" name="Picture 14">
                  <a:extLst>
                    <a:ext uri="{FF2B5EF4-FFF2-40B4-BE49-F238E27FC236}">
                      <a16:creationId xmlns:a16="http://schemas.microsoft.com/office/drawing/2014/main" id="{C3DD57B3-61BD-2417-C238-149E9BD518BA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187" name="Picture 15">
                  <a:extLst>
                    <a:ext uri="{FF2B5EF4-FFF2-40B4-BE49-F238E27FC236}">
                      <a16:creationId xmlns:a16="http://schemas.microsoft.com/office/drawing/2014/main" id="{3BED76C0-1B49-E8A7-415D-485514015DF7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2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7188" name="AutoShape 16">
                  <a:extLst>
                    <a:ext uri="{FF2B5EF4-FFF2-40B4-BE49-F238E27FC236}">
                      <a16:creationId xmlns:a16="http://schemas.microsoft.com/office/drawing/2014/main" id="{0603D4F7-79AB-2E21-949E-0C65C70A937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685" y="3364"/>
                  <a:ext cx="2177" cy="0"/>
                </a:xfrm>
                <a:prstGeom prst="straightConnector1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pic>
          <p:nvPicPr>
            <p:cNvPr id="7182" name="Picture 17">
              <a:extLst>
                <a:ext uri="{FF2B5EF4-FFF2-40B4-BE49-F238E27FC236}">
                  <a16:creationId xmlns:a16="http://schemas.microsoft.com/office/drawing/2014/main" id="{41392687-22C5-4562-1CC8-38A28EF93A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4" y="3097"/>
              <a:ext cx="421" cy="298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3714" name="AutoShape 18">
            <a:extLst>
              <a:ext uri="{FF2B5EF4-FFF2-40B4-BE49-F238E27FC236}">
                <a16:creationId xmlns:a16="http://schemas.microsoft.com/office/drawing/2014/main" id="{07B1254B-098A-60DC-26E3-1CC91F761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58925"/>
            <a:ext cx="3590925" cy="2130425"/>
          </a:xfrm>
          <a:prstGeom prst="cloudCallout">
            <a:avLst>
              <a:gd name="adj1" fmla="val 6852"/>
              <a:gd name="adj2" fmla="val 95903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600">
                <a:solidFill>
                  <a:schemeClr val="bg1"/>
                </a:solidFill>
              </a:rPr>
              <a:t>HTTP Request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  http:// www.zoomgroup.com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Webpage</a:t>
            </a:r>
          </a:p>
        </p:txBody>
      </p:sp>
      <p:sp>
        <p:nvSpPr>
          <p:cNvPr id="413715" name="AutoShape 19">
            <a:extLst>
              <a:ext uri="{FF2B5EF4-FFF2-40B4-BE49-F238E27FC236}">
                <a16:creationId xmlns:a16="http://schemas.microsoft.com/office/drawing/2014/main" id="{9B712A54-1A3B-D829-0CE3-4A4612ACA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675" y="1558925"/>
            <a:ext cx="3124200" cy="2130425"/>
          </a:xfrm>
          <a:prstGeom prst="cloudCallout">
            <a:avLst>
              <a:gd name="adj1" fmla="val 407"/>
              <a:gd name="adj2" fmla="val 95903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600">
                <a:solidFill>
                  <a:schemeClr val="bg1"/>
                </a:solidFill>
              </a:rPr>
              <a:t>HTTP Request 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Listen on 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Port 80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Sending HTTP Reply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Webpage</a:t>
            </a:r>
            <a:endParaRPr lang="en-US" altLang="en-US" sz="1600"/>
          </a:p>
        </p:txBody>
      </p:sp>
      <p:sp>
        <p:nvSpPr>
          <p:cNvPr id="413716" name="AutoShape 20">
            <a:extLst>
              <a:ext uri="{FF2B5EF4-FFF2-40B4-BE49-F238E27FC236}">
                <a16:creationId xmlns:a16="http://schemas.microsoft.com/office/drawing/2014/main" id="{1D5CB3F0-9E7E-0187-011D-E964EFBE3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0513"/>
            <a:ext cx="3590925" cy="2184400"/>
          </a:xfrm>
          <a:prstGeom prst="cloudCallout">
            <a:avLst>
              <a:gd name="adj1" fmla="val 6852"/>
              <a:gd name="adj2" fmla="val 92222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600">
                <a:solidFill>
                  <a:schemeClr val="bg1"/>
                </a:solidFill>
              </a:rPr>
              <a:t>Received HTTP Reply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 http://www.zoomgroup.com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Webpage</a:t>
            </a:r>
          </a:p>
        </p:txBody>
      </p:sp>
      <p:pic>
        <p:nvPicPr>
          <p:cNvPr id="413717" name="Picture 21">
            <a:extLst>
              <a:ext uri="{FF2B5EF4-FFF2-40B4-BE49-F238E27FC236}">
                <a16:creationId xmlns:a16="http://schemas.microsoft.com/office/drawing/2014/main" id="{43AE1B49-4249-B431-F7E7-3B2A10361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137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41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14" grpId="0" animBg="1" autoUpdateAnimBg="0"/>
      <p:bldP spid="413715" grpId="0" animBg="1" autoUpdateAnimBg="0"/>
      <p:bldP spid="413716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50E4CAB5-2698-BB50-03F3-E66FCC5E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FE52E14-2CC9-41C4-BCCB-E3A299E3873D}" type="slidenum">
              <a:rPr lang="en-US" altLang="en-US" sz="1200">
                <a:solidFill>
                  <a:srgbClr val="898989"/>
                </a:solidFill>
              </a:rPr>
              <a:pPr/>
              <a:t>38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7471E61-CC90-97F2-2172-F332DA25F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ja-JP">
                <a:solidFill>
                  <a:schemeClr val="bg1"/>
                </a:solidFill>
              </a:rPr>
              <a:t>Example of FTP request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34E4A14-E968-3E71-7B5F-0F343533A01A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737100"/>
            <a:ext cx="6119813" cy="1677988"/>
            <a:chOff x="846" y="2984"/>
            <a:chExt cx="3855" cy="1057"/>
          </a:xfrm>
        </p:grpSpPr>
        <p:grpSp>
          <p:nvGrpSpPr>
            <p:cNvPr id="40967" name="Group 4">
              <a:extLst>
                <a:ext uri="{FF2B5EF4-FFF2-40B4-BE49-F238E27FC236}">
                  <a16:creationId xmlns:a16="http://schemas.microsoft.com/office/drawing/2014/main" id="{3B8C1D5C-5C5E-3916-A4C9-BEF47C067E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1057"/>
              <a:chOff x="846" y="2984"/>
              <a:chExt cx="3855" cy="1057"/>
            </a:xfrm>
          </p:grpSpPr>
          <p:sp>
            <p:nvSpPr>
              <p:cNvPr id="40969" name="Text Box 5">
                <a:extLst>
                  <a:ext uri="{FF2B5EF4-FFF2-40B4-BE49-F238E27FC236}">
                    <a16:creationId xmlns:a16="http://schemas.microsoft.com/office/drawing/2014/main" id="{527CEBCA-C54D-1CA6-1ECA-A80B7F8FB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3" y="3839"/>
                <a:ext cx="50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1500"/>
                  <a:t>Client</a:t>
                </a:r>
              </a:p>
            </p:txBody>
          </p:sp>
          <p:sp>
            <p:nvSpPr>
              <p:cNvPr id="40970" name="Text Box 6">
                <a:extLst>
                  <a:ext uri="{FF2B5EF4-FFF2-40B4-BE49-F238E27FC236}">
                    <a16:creationId xmlns:a16="http://schemas.microsoft.com/office/drawing/2014/main" id="{54B0E4E6-63C1-4432-44AA-B5183C62AB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7" y="3839"/>
                <a:ext cx="848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1500"/>
                  <a:t>FTP Server</a:t>
                </a:r>
              </a:p>
            </p:txBody>
          </p:sp>
          <p:grpSp>
            <p:nvGrpSpPr>
              <p:cNvPr id="40971" name="Group 7">
                <a:extLst>
                  <a:ext uri="{FF2B5EF4-FFF2-40B4-BE49-F238E27FC236}">
                    <a16:creationId xmlns:a16="http://schemas.microsoft.com/office/drawing/2014/main" id="{29D94B72-EBD2-7158-2E45-BBFB828DE1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6" y="2984"/>
                <a:ext cx="3855" cy="759"/>
                <a:chOff x="846" y="2984"/>
                <a:chExt cx="3855" cy="759"/>
              </a:xfrm>
            </p:grpSpPr>
            <p:pic>
              <p:nvPicPr>
                <p:cNvPr id="40972" name="Picture 8">
                  <a:extLst>
                    <a:ext uri="{FF2B5EF4-FFF2-40B4-BE49-F238E27FC236}">
                      <a16:creationId xmlns:a16="http://schemas.microsoft.com/office/drawing/2014/main" id="{74828E42-C7A0-1B46-A415-6D3AEDD89A87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0973" name="Picture 9">
                  <a:extLst>
                    <a:ext uri="{FF2B5EF4-FFF2-40B4-BE49-F238E27FC236}">
                      <a16:creationId xmlns:a16="http://schemas.microsoft.com/office/drawing/2014/main" id="{F19C0945-5921-9A54-62AD-60A370CB644C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2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40974" name="AutoShape 10">
                  <a:extLst>
                    <a:ext uri="{FF2B5EF4-FFF2-40B4-BE49-F238E27FC236}">
                      <a16:creationId xmlns:a16="http://schemas.microsoft.com/office/drawing/2014/main" id="{39AC7ACC-1CF3-27CF-D83A-BC957780D85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685" y="3364"/>
                  <a:ext cx="2177" cy="0"/>
                </a:xfrm>
                <a:prstGeom prst="straightConnector1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pic>
          <p:nvPicPr>
            <p:cNvPr id="40968" name="Picture 11">
              <a:extLst>
                <a:ext uri="{FF2B5EF4-FFF2-40B4-BE49-F238E27FC236}">
                  <a16:creationId xmlns:a16="http://schemas.microsoft.com/office/drawing/2014/main" id="{E8ECAEB7-E78B-4A2D-724C-BBBB185367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1" y="3098"/>
              <a:ext cx="42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4732" name="Picture 12">
            <a:extLst>
              <a:ext uri="{FF2B5EF4-FFF2-40B4-BE49-F238E27FC236}">
                <a16:creationId xmlns:a16="http://schemas.microsoft.com/office/drawing/2014/main" id="{3373A0E1-5DC7-8ED7-A7DD-C136F166D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4733" name="Text Box 13">
            <a:extLst>
              <a:ext uri="{FF2B5EF4-FFF2-40B4-BE49-F238E27FC236}">
                <a16:creationId xmlns:a16="http://schemas.microsoft.com/office/drawing/2014/main" id="{79660E36-BEBC-FED5-3507-ED9792697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790575"/>
            <a:ext cx="180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Arial" panose="020B0604020202020204" pitchFamily="34" charset="0"/>
              </a:rPr>
              <a:t>ftp://ftp.microsoft.com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41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3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B9670ACF-5D2C-31B0-1217-00B7527E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84A0570-A7AC-4962-9B76-BB79E29C5D48}" type="slidenum">
              <a:rPr lang="en-US" altLang="en-US" sz="1200">
                <a:solidFill>
                  <a:srgbClr val="898989"/>
                </a:solidFill>
              </a:rPr>
              <a:pPr/>
              <a:t>39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BEC16BBB-27CB-18C7-37EE-081BAB622016}"/>
              </a:ext>
            </a:extLst>
          </p:cNvPr>
          <p:cNvGrpSpPr>
            <a:grpSpLocks/>
          </p:cNvGrpSpPr>
          <p:nvPr/>
        </p:nvGrpSpPr>
        <p:grpSpPr bwMode="auto">
          <a:xfrm>
            <a:off x="1522413" y="4732338"/>
            <a:ext cx="5776912" cy="534987"/>
            <a:chOff x="959" y="3674"/>
            <a:chExt cx="3639" cy="337"/>
          </a:xfrm>
        </p:grpSpPr>
        <p:graphicFrame>
          <p:nvGraphicFramePr>
            <p:cNvPr id="8195" name="Object 3">
              <a:extLst>
                <a:ext uri="{FF2B5EF4-FFF2-40B4-BE49-F238E27FC236}">
                  <a16:creationId xmlns:a16="http://schemas.microsoft.com/office/drawing/2014/main" id="{CD2C21DB-C6EC-06A2-536D-DCB0158824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9" y="3674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8195" name="Object 3">
                          <a:extLst>
                            <a:ext uri="{FF2B5EF4-FFF2-40B4-BE49-F238E27FC236}">
                              <a16:creationId xmlns:a16="http://schemas.microsoft.com/office/drawing/2014/main" id="{CD2C21DB-C6EC-06A2-536D-DCB0158824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959" y="3674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Rectangle 4">
              <a:extLst>
                <a:ext uri="{FF2B5EF4-FFF2-40B4-BE49-F238E27FC236}">
                  <a16:creationId xmlns:a16="http://schemas.microsoft.com/office/drawing/2014/main" id="{FA2F6A37-72D1-FDF7-7FCF-1514DA8FE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3808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2058E83A-5DC3-C6DB-2D1B-5C62FD9B2172}"/>
              </a:ext>
            </a:extLst>
          </p:cNvPr>
          <p:cNvGrpSpPr>
            <a:grpSpLocks/>
          </p:cNvGrpSpPr>
          <p:nvPr/>
        </p:nvGrpSpPr>
        <p:grpSpPr bwMode="auto">
          <a:xfrm>
            <a:off x="1538288" y="4706938"/>
            <a:ext cx="5686425" cy="534987"/>
            <a:chOff x="969" y="2965"/>
            <a:chExt cx="3582" cy="337"/>
          </a:xfrm>
        </p:grpSpPr>
        <p:graphicFrame>
          <p:nvGraphicFramePr>
            <p:cNvPr id="8194" name="Object 6">
              <a:extLst>
                <a:ext uri="{FF2B5EF4-FFF2-40B4-BE49-F238E27FC236}">
                  <a16:creationId xmlns:a16="http://schemas.microsoft.com/office/drawing/2014/main" id="{B3919531-6A59-5883-E265-5DA2E37047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9" y="2965"/>
            <a:ext cx="57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1190476" imgH="1190476" progId="Paint.Picture">
                    <p:embed/>
                  </p:oleObj>
                </mc:Choice>
                <mc:Fallback>
                  <p:oleObj name="Bitmap Image" r:id="rId2" imgW="1190476" imgH="1190476" progId="Paint.Picture">
                    <p:embed/>
                    <p:pic>
                      <p:nvPicPr>
                        <p:cNvPr id="8194" name="Object 6">
                          <a:extLst>
                            <a:ext uri="{FF2B5EF4-FFF2-40B4-BE49-F238E27FC236}">
                              <a16:creationId xmlns:a16="http://schemas.microsoft.com/office/drawing/2014/main" id="{B3919531-6A59-5883-E265-5DA2E37047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7090" t="24072" r="14311" b="23126"/>
                        <a:stretch>
                          <a:fillRect/>
                        </a:stretch>
                      </p:blipFill>
                      <p:spPr bwMode="auto">
                        <a:xfrm>
                          <a:off x="3979" y="2965"/>
                          <a:ext cx="572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3" name="Rectangle 7">
              <a:extLst>
                <a:ext uri="{FF2B5EF4-FFF2-40B4-BE49-F238E27FC236}">
                  <a16:creationId xmlns:a16="http://schemas.microsoft.com/office/drawing/2014/main" id="{2E453704-FDA3-C4EB-18D1-79858812D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" y="319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8199" name="Rectangle 8">
            <a:extLst>
              <a:ext uri="{FF2B5EF4-FFF2-40B4-BE49-F238E27FC236}">
                <a16:creationId xmlns:a16="http://schemas.microsoft.com/office/drawing/2014/main" id="{106B3ADC-D26F-5626-DBD7-512164449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ja-JP">
                <a:solidFill>
                  <a:schemeClr val="bg1"/>
                </a:solidFill>
              </a:rPr>
              <a:t>Example of FTP request</a:t>
            </a:r>
            <a:endParaRPr lang="en-US" altLang="en-US">
              <a:solidFill>
                <a:schemeClr val="bg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15753" name="AutoShape 9">
            <a:extLst>
              <a:ext uri="{FF2B5EF4-FFF2-40B4-BE49-F238E27FC236}">
                <a16:creationId xmlns:a16="http://schemas.microsoft.com/office/drawing/2014/main" id="{2776EB22-7F2E-FEFF-77C4-BD33B3B48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558925"/>
            <a:ext cx="3124200" cy="2130425"/>
          </a:xfrm>
          <a:prstGeom prst="cloudCallout">
            <a:avLst>
              <a:gd name="adj1" fmla="val 407"/>
              <a:gd name="adj2" fmla="val 95903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600">
                <a:solidFill>
                  <a:schemeClr val="bg1"/>
                </a:solidFill>
              </a:rPr>
              <a:t>FTP Request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  ftp://ftp.microsoft.com</a:t>
            </a:r>
          </a:p>
        </p:txBody>
      </p:sp>
      <p:sp>
        <p:nvSpPr>
          <p:cNvPr id="415754" name="AutoShape 10">
            <a:extLst>
              <a:ext uri="{FF2B5EF4-FFF2-40B4-BE49-F238E27FC236}">
                <a16:creationId xmlns:a16="http://schemas.microsoft.com/office/drawing/2014/main" id="{1CE1DFE5-929D-BD89-7A71-67A289A0E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675" y="1558925"/>
            <a:ext cx="3124200" cy="2130425"/>
          </a:xfrm>
          <a:prstGeom prst="cloudCallout">
            <a:avLst>
              <a:gd name="adj1" fmla="val 407"/>
              <a:gd name="adj2" fmla="val 95903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600">
                <a:solidFill>
                  <a:schemeClr val="bg1"/>
                </a:solidFill>
              </a:rPr>
              <a:t>FTP Request 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Listen on 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Port 21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Sending FTP Reply</a:t>
            </a:r>
            <a:endParaRPr lang="en-US" altLang="en-US" sz="1600"/>
          </a:p>
        </p:txBody>
      </p:sp>
      <p:sp>
        <p:nvSpPr>
          <p:cNvPr id="415755" name="AutoShape 11">
            <a:extLst>
              <a:ext uri="{FF2B5EF4-FFF2-40B4-BE49-F238E27FC236}">
                <a16:creationId xmlns:a16="http://schemas.microsoft.com/office/drawing/2014/main" id="{56E79491-13D6-B8AD-FC49-53844D267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570038"/>
            <a:ext cx="3124200" cy="2130425"/>
          </a:xfrm>
          <a:prstGeom prst="cloudCallout">
            <a:avLst>
              <a:gd name="adj1" fmla="val 407"/>
              <a:gd name="adj2" fmla="val 94560"/>
            </a:avLst>
          </a:prstGeom>
          <a:solidFill>
            <a:srgbClr val="0099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>
                <a:solidFill>
                  <a:schemeClr val="bg1"/>
                </a:solidFill>
              </a:rPr>
              <a:t>Received FTP Reply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   ftp://ftp.microsoft.com</a:t>
            </a:r>
          </a:p>
          <a:p>
            <a:endParaRPr lang="en-US" altLang="en-US" sz="1600">
              <a:solidFill>
                <a:schemeClr val="bg1"/>
              </a:solidFill>
            </a:endParaRPr>
          </a:p>
        </p:txBody>
      </p:sp>
      <p:grpSp>
        <p:nvGrpSpPr>
          <p:cNvPr id="8203" name="Group 12">
            <a:extLst>
              <a:ext uri="{FF2B5EF4-FFF2-40B4-BE49-F238E27FC236}">
                <a16:creationId xmlns:a16="http://schemas.microsoft.com/office/drawing/2014/main" id="{FF9341F8-85E5-CC1E-AA2B-0921DB922EC8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4737100"/>
            <a:ext cx="6119813" cy="1677988"/>
            <a:chOff x="846" y="2984"/>
            <a:chExt cx="3855" cy="1057"/>
          </a:xfrm>
        </p:grpSpPr>
        <p:grpSp>
          <p:nvGrpSpPr>
            <p:cNvPr id="8205" name="Group 13">
              <a:extLst>
                <a:ext uri="{FF2B5EF4-FFF2-40B4-BE49-F238E27FC236}">
                  <a16:creationId xmlns:a16="http://schemas.microsoft.com/office/drawing/2014/main" id="{6FC49EC2-F63B-B734-C1AF-9786226D55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" y="2984"/>
              <a:ext cx="3855" cy="1057"/>
              <a:chOff x="846" y="2984"/>
              <a:chExt cx="3855" cy="1057"/>
            </a:xfrm>
          </p:grpSpPr>
          <p:sp>
            <p:nvSpPr>
              <p:cNvPr id="8207" name="Text Box 14">
                <a:extLst>
                  <a:ext uri="{FF2B5EF4-FFF2-40B4-BE49-F238E27FC236}">
                    <a16:creationId xmlns:a16="http://schemas.microsoft.com/office/drawing/2014/main" id="{05944F96-9AD3-7CA1-12B6-1EA8D5E771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3" y="3839"/>
                <a:ext cx="50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1500"/>
                  <a:t>Client</a:t>
                </a:r>
              </a:p>
            </p:txBody>
          </p:sp>
          <p:sp>
            <p:nvSpPr>
              <p:cNvPr id="8208" name="Text Box 15">
                <a:extLst>
                  <a:ext uri="{FF2B5EF4-FFF2-40B4-BE49-F238E27FC236}">
                    <a16:creationId xmlns:a16="http://schemas.microsoft.com/office/drawing/2014/main" id="{5E7759CB-2498-66D0-173B-18D059F8FC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7" y="3839"/>
                <a:ext cx="848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r>
                  <a:rPr lang="en-US" altLang="en-US" sz="1500"/>
                  <a:t>FTP Server</a:t>
                </a:r>
              </a:p>
            </p:txBody>
          </p:sp>
          <p:grpSp>
            <p:nvGrpSpPr>
              <p:cNvPr id="8209" name="Group 16">
                <a:extLst>
                  <a:ext uri="{FF2B5EF4-FFF2-40B4-BE49-F238E27FC236}">
                    <a16:creationId xmlns:a16="http://schemas.microsoft.com/office/drawing/2014/main" id="{A8FF080E-1F8B-7512-CC17-3090597867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6" y="2984"/>
                <a:ext cx="3855" cy="759"/>
                <a:chOff x="846" y="2984"/>
                <a:chExt cx="3855" cy="759"/>
              </a:xfrm>
            </p:grpSpPr>
            <p:pic>
              <p:nvPicPr>
                <p:cNvPr id="8210" name="Picture 17">
                  <a:extLst>
                    <a:ext uri="{FF2B5EF4-FFF2-40B4-BE49-F238E27FC236}">
                      <a16:creationId xmlns:a16="http://schemas.microsoft.com/office/drawing/2014/main" id="{B876B4E2-CD98-CC38-7AAB-179004950EF3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6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8211" name="Picture 18">
                  <a:extLst>
                    <a:ext uri="{FF2B5EF4-FFF2-40B4-BE49-F238E27FC236}">
                      <a16:creationId xmlns:a16="http://schemas.microsoft.com/office/drawing/2014/main" id="{CBEBB24F-36E5-9F2A-D539-241A8743CE63}"/>
                    </a:ext>
                  </a:extLst>
                </p:cNvPr>
                <p:cNvPicPr preferRelativeResize="0"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62" y="2984"/>
                  <a:ext cx="839" cy="7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8212" name="AutoShape 19">
                  <a:extLst>
                    <a:ext uri="{FF2B5EF4-FFF2-40B4-BE49-F238E27FC236}">
                      <a16:creationId xmlns:a16="http://schemas.microsoft.com/office/drawing/2014/main" id="{F5503829-F467-D4CC-44DD-C8D50C54D88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685" y="3364"/>
                  <a:ext cx="2177" cy="0"/>
                </a:xfrm>
                <a:prstGeom prst="straightConnector1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pic>
          <p:nvPicPr>
            <p:cNvPr id="8206" name="Picture 20">
              <a:extLst>
                <a:ext uri="{FF2B5EF4-FFF2-40B4-BE49-F238E27FC236}">
                  <a16:creationId xmlns:a16="http://schemas.microsoft.com/office/drawing/2014/main" id="{5419F014-CD00-B000-04CB-06D35A5C13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1" y="3098"/>
              <a:ext cx="42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5765" name="Picture 21">
            <a:extLst>
              <a:ext uri="{FF2B5EF4-FFF2-40B4-BE49-F238E27FC236}">
                <a16:creationId xmlns:a16="http://schemas.microsoft.com/office/drawing/2014/main" id="{C783929B-723F-742D-8D93-0776003E4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57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57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157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3" grpId="0" animBg="1" autoUpdateAnimBg="0"/>
      <p:bldP spid="415754" grpId="0" animBg="1" autoUpdateAnimBg="0"/>
      <p:bldP spid="415755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A5185E0-36A5-BCD8-F49C-41E935D57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91F4CBC-5DE4-5462-D0B5-EFCC7B57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E719C7F-8DF0-4310-BAF4-B000657A2C27}" type="slidenum">
              <a:rPr lang="en-US" altLang="en-US" sz="1200">
                <a:solidFill>
                  <a:srgbClr val="898989"/>
                </a:solidFill>
              </a:rPr>
              <a:pPr/>
              <a:t>40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1988" name="Picture 3">
            <a:extLst>
              <a:ext uri="{FF2B5EF4-FFF2-40B4-BE49-F238E27FC236}">
                <a16:creationId xmlns:a16="http://schemas.microsoft.com/office/drawing/2014/main" id="{B7C3F045-20A0-CF8B-4F2F-D15092F80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Text Box 4">
            <a:extLst>
              <a:ext uri="{FF2B5EF4-FFF2-40B4-BE49-F238E27FC236}">
                <a16:creationId xmlns:a16="http://schemas.microsoft.com/office/drawing/2014/main" id="{886B3B74-38F0-4567-8251-B4DBC6D8C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752475"/>
            <a:ext cx="313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0277" name="Text Box 5">
            <a:extLst>
              <a:ext uri="{FF2B5EF4-FFF2-40B4-BE49-F238E27FC236}">
                <a16:creationId xmlns:a16="http://schemas.microsoft.com/office/drawing/2014/main" id="{189B1026-3820-D514-BA3A-E3D3A07F4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790575"/>
            <a:ext cx="1803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Arial" panose="020B0604020202020204" pitchFamily="34" charset="0"/>
              </a:rPr>
              <a:t>ftp://ftp.microsoft.com</a:t>
            </a:r>
          </a:p>
        </p:txBody>
      </p:sp>
      <p:pic>
        <p:nvPicPr>
          <p:cNvPr id="310282" name="Picture 10">
            <a:extLst>
              <a:ext uri="{FF2B5EF4-FFF2-40B4-BE49-F238E27FC236}">
                <a16:creationId xmlns:a16="http://schemas.microsoft.com/office/drawing/2014/main" id="{05A9D97E-CF3B-1695-1961-52336976F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2">
            <a:extLst>
              <a:ext uri="{FF2B5EF4-FFF2-40B4-BE49-F238E27FC236}">
                <a16:creationId xmlns:a16="http://schemas.microsoft.com/office/drawing/2014/main" id="{258F74B2-2C1C-E8DD-78B9-D6BC185C5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0AC7879-06A1-1412-2EA8-CF302E05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CB14988-9562-4DE3-B014-BF726589540A}" type="slidenum">
              <a:rPr lang="en-US" altLang="en-US" sz="1200">
                <a:solidFill>
                  <a:srgbClr val="898989"/>
                </a:solidFill>
              </a:rPr>
              <a:pPr/>
              <a:t>41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3012" name="Picture 13">
            <a:extLst>
              <a:ext uri="{FF2B5EF4-FFF2-40B4-BE49-F238E27FC236}">
                <a16:creationId xmlns:a16="http://schemas.microsoft.com/office/drawing/2014/main" id="{0D6DC46B-4C00-561F-531E-04A67160C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14">
            <a:extLst>
              <a:ext uri="{FF2B5EF4-FFF2-40B4-BE49-F238E27FC236}">
                <a16:creationId xmlns:a16="http://schemas.microsoft.com/office/drawing/2014/main" id="{53946767-DB41-4378-4DBD-3137D630F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8" y="290513"/>
            <a:ext cx="9091612" cy="62547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12335" name="Text Box 15">
            <a:extLst>
              <a:ext uri="{FF2B5EF4-FFF2-40B4-BE49-F238E27FC236}">
                <a16:creationId xmlns:a16="http://schemas.microsoft.com/office/drawing/2014/main" id="{F587CAC5-C2CA-7CF5-D434-6CBA67360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736600"/>
            <a:ext cx="42576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telnet 192.168.1.150</a:t>
            </a:r>
          </a:p>
        </p:txBody>
      </p:sp>
      <p:sp>
        <p:nvSpPr>
          <p:cNvPr id="312336" name="Text Box 16">
            <a:extLst>
              <a:ext uri="{FF2B5EF4-FFF2-40B4-BE49-F238E27FC236}">
                <a16:creationId xmlns:a16="http://schemas.microsoft.com/office/drawing/2014/main" id="{4E70EFBE-AF46-3E71-EFEC-05662ACE7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1335088"/>
            <a:ext cx="4603750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================================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Welcome to Hyderabad Router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================================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User Access Verification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password :</a:t>
            </a:r>
          </a:p>
        </p:txBody>
      </p:sp>
      <p:sp>
        <p:nvSpPr>
          <p:cNvPr id="312357" name="Text Box 37">
            <a:extLst>
              <a:ext uri="{FF2B5EF4-FFF2-40B4-BE49-F238E27FC236}">
                <a16:creationId xmlns:a16="http://schemas.microsoft.com/office/drawing/2014/main" id="{5CE0A9E9-0D72-B4C4-7611-18F915FF7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382588"/>
            <a:ext cx="816768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Microsoft Windows 2000 [Version 5.00.2195]</a:t>
            </a:r>
          </a:p>
          <a:p>
            <a:pPr algn="l" eaLnBrk="1" hangingPunct="1"/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(C) Copyright 1985-2000 Microsoft Corp.</a:t>
            </a:r>
          </a:p>
          <a:p>
            <a:pPr algn="l" eaLnBrk="1" hangingPunct="1"/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C:\&gt;</a:t>
            </a:r>
          </a:p>
        </p:txBody>
      </p:sp>
      <p:sp>
        <p:nvSpPr>
          <p:cNvPr id="312359" name="Text Box 39">
            <a:extLst>
              <a:ext uri="{FF2B5EF4-FFF2-40B4-BE49-F238E27FC236}">
                <a16:creationId xmlns:a16="http://schemas.microsoft.com/office/drawing/2014/main" id="{E77A9EDF-9F54-A59D-41F1-AD5471FE2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1017588"/>
            <a:ext cx="42576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Connecting</a:t>
            </a:r>
          </a:p>
        </p:txBody>
      </p:sp>
      <p:sp>
        <p:nvSpPr>
          <p:cNvPr id="312360" name="Text Box 40">
            <a:extLst>
              <a:ext uri="{FF2B5EF4-FFF2-40B4-BE49-F238E27FC236}">
                <a16:creationId xmlns:a16="http://schemas.microsoft.com/office/drawing/2014/main" id="{4EB908DA-B1E7-EA71-24A8-0AA79F6B6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1017588"/>
            <a:ext cx="42576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800" b="0">
                <a:solidFill>
                  <a:schemeClr val="bg1"/>
                </a:solidFill>
                <a:latin typeface="Lucida Console" panose="020B0609040504020204" pitchFamily="49" charset="0"/>
              </a:rPr>
              <a:t>.....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"/>
                                        <p:tgtEl>
                                          <p:spTgt spid="3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925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425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1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35" grpId="0" autoUpdateAnimBg="0"/>
      <p:bldP spid="312336" grpId="0" autoUpdateAnimBg="0"/>
      <p:bldP spid="312357" grpId="0" autoUpdateAnimBg="0"/>
      <p:bldP spid="312359" grpId="0" autoUpdateAnimBg="0"/>
      <p:bldP spid="31236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8EF4076-18F0-430D-4DB9-9A53A5F18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0F92A59-5610-E58A-BE19-AF8CBFCA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E28EA45-92E0-4C60-A49D-C8C22BA934EF}" type="slidenum">
              <a:rPr lang="en-US" altLang="en-US" sz="1200">
                <a:solidFill>
                  <a:srgbClr val="898989"/>
                </a:solidFill>
              </a:rPr>
              <a:pPr/>
              <a:t>42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4036" name="Picture 3">
            <a:extLst>
              <a:ext uri="{FF2B5EF4-FFF2-40B4-BE49-F238E27FC236}">
                <a16:creationId xmlns:a16="http://schemas.microsoft.com/office/drawing/2014/main" id="{75BA3DF1-FAA0-3B8C-47D6-D71055C4F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Text Box 4">
            <a:extLst>
              <a:ext uri="{FF2B5EF4-FFF2-40B4-BE49-F238E27FC236}">
                <a16:creationId xmlns:a16="http://schemas.microsoft.com/office/drawing/2014/main" id="{64FDF19E-9861-D375-809C-A245D8676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752475"/>
            <a:ext cx="313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18469" name="Text Box 5">
            <a:extLst>
              <a:ext uri="{FF2B5EF4-FFF2-40B4-BE49-F238E27FC236}">
                <a16:creationId xmlns:a16="http://schemas.microsoft.com/office/drawing/2014/main" id="{50AA95F7-BD29-701E-278B-46926EA6C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790575"/>
            <a:ext cx="2058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Arial" panose="020B0604020202020204" pitchFamily="34" charset="0"/>
              </a:rPr>
              <a:t>http://www.microsoft.com</a:t>
            </a:r>
          </a:p>
        </p:txBody>
      </p:sp>
      <p:pic>
        <p:nvPicPr>
          <p:cNvPr id="318471" name="Picture 7">
            <a:extLst>
              <a:ext uri="{FF2B5EF4-FFF2-40B4-BE49-F238E27FC236}">
                <a16:creationId xmlns:a16="http://schemas.microsoft.com/office/drawing/2014/main" id="{CAB6D174-6E88-CD90-D7EE-5E1FA557E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472" name="Oval 8">
            <a:extLst>
              <a:ext uri="{FF2B5EF4-FFF2-40B4-BE49-F238E27FC236}">
                <a16:creationId xmlns:a16="http://schemas.microsoft.com/office/drawing/2014/main" id="{980AA2C3-53E4-4C77-6A3F-E8844F3FC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0" y="6173788"/>
            <a:ext cx="555625" cy="509587"/>
          </a:xfrm>
          <a:prstGeom prst="ellips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1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 autoUpdateAnimBg="0"/>
      <p:bldP spid="31847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9045514-3768-A44A-53CB-ADB657C6A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ED7E9BB-DC97-F8A2-8B9E-D4314245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63E2A2B-4187-40B5-ABDE-4FEF2A22941D}" type="slidenum">
              <a:rPr lang="en-US" altLang="en-US" sz="1200">
                <a:solidFill>
                  <a:srgbClr val="898989"/>
                </a:solidFill>
              </a:rPr>
              <a:pPr/>
              <a:t>43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5060" name="Picture 3">
            <a:extLst>
              <a:ext uri="{FF2B5EF4-FFF2-40B4-BE49-F238E27FC236}">
                <a16:creationId xmlns:a16="http://schemas.microsoft.com/office/drawing/2014/main" id="{C760DE10-2111-A986-EC5A-B0C4221B8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9497" name="Text Box 9">
            <a:extLst>
              <a:ext uri="{FF2B5EF4-FFF2-40B4-BE49-F238E27FC236}">
                <a16:creationId xmlns:a16="http://schemas.microsoft.com/office/drawing/2014/main" id="{A85ABBD1-3659-3439-70CA-4F56E8B60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790575"/>
            <a:ext cx="17621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Arial" panose="020B0604020202020204" pitchFamily="34" charset="0"/>
              </a:rPr>
              <a:t>http://mail.yahoo.com</a:t>
            </a:r>
          </a:p>
        </p:txBody>
      </p:sp>
      <p:pic>
        <p:nvPicPr>
          <p:cNvPr id="319496" name="Picture 8">
            <a:extLst>
              <a:ext uri="{FF2B5EF4-FFF2-40B4-BE49-F238E27FC236}">
                <a16:creationId xmlns:a16="http://schemas.microsoft.com/office/drawing/2014/main" id="{77D06BB8-B41E-E59A-6723-E7376409A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9498" name="Text Box 10">
            <a:extLst>
              <a:ext uri="{FF2B5EF4-FFF2-40B4-BE49-F238E27FC236}">
                <a16:creationId xmlns:a16="http://schemas.microsoft.com/office/drawing/2014/main" id="{52948834-6D68-B0DF-2907-251E2E9E9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3155950"/>
            <a:ext cx="14049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Arial" panose="020B0604020202020204" pitchFamily="34" charset="0"/>
              </a:rPr>
              <a:t>xyz</a:t>
            </a:r>
          </a:p>
        </p:txBody>
      </p:sp>
      <p:sp>
        <p:nvSpPr>
          <p:cNvPr id="319499" name="Text Box 11">
            <a:extLst>
              <a:ext uri="{FF2B5EF4-FFF2-40B4-BE49-F238E27FC236}">
                <a16:creationId xmlns:a16="http://schemas.microsoft.com/office/drawing/2014/main" id="{101B0781-F68D-B859-D653-63B7D06F4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3487738"/>
            <a:ext cx="14049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 eaLnBrk="1" hangingPunct="1"/>
            <a:r>
              <a:rPr lang="en-US" altLang="en-US" sz="1200">
                <a:latin typeface="Arial" panose="020B0604020202020204" pitchFamily="34" charset="0"/>
              </a:rPr>
              <a:t>******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EF0EFB2D-ECF2-5D98-422B-3FE1AE59E95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45067" name="Picture 13">
              <a:extLst>
                <a:ext uri="{FF2B5EF4-FFF2-40B4-BE49-F238E27FC236}">
                  <a16:creationId xmlns:a16="http://schemas.microsoft.com/office/drawing/2014/main" id="{BC771333-E756-15A4-32BA-936949F646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8" name="Text Box 15">
              <a:extLst>
                <a:ext uri="{FF2B5EF4-FFF2-40B4-BE49-F238E27FC236}">
                  <a16:creationId xmlns:a16="http://schemas.microsoft.com/office/drawing/2014/main" id="{18C88F3B-E95E-EFE6-8F33-2549A2636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0" y="1501"/>
              <a:ext cx="1474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 eaLnBrk="1" hangingPunct="1"/>
              <a:r>
                <a:rPr lang="en-US" altLang="en-US" sz="1400">
                  <a:latin typeface="Arial" panose="020B0604020202020204" pitchFamily="34" charset="0"/>
                </a:rPr>
                <a:t>xyz@yahoo.com</a:t>
              </a:r>
            </a:p>
          </p:txBody>
        </p:sp>
      </p:grpSp>
      <p:pic>
        <p:nvPicPr>
          <p:cNvPr id="319505" name="Picture 17">
            <a:extLst>
              <a:ext uri="{FF2B5EF4-FFF2-40B4-BE49-F238E27FC236}">
                <a16:creationId xmlns:a16="http://schemas.microsoft.com/office/drawing/2014/main" id="{AD25097E-C10F-EC51-7A83-9011855A3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75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75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"/>
                                        <p:tgtEl>
                                          <p:spTgt spid="31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"/>
                                        <p:tgtEl>
                                          <p:spTgt spid="3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7" grpId="0" autoUpdateAnimBg="0"/>
      <p:bldP spid="319498" grpId="0" autoUpdateAnimBg="0"/>
      <p:bldP spid="319499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968AE025085A4381B5FE55A4B7B3DB" ma:contentTypeVersion="3" ma:contentTypeDescription="Create a new document." ma:contentTypeScope="" ma:versionID="bd89c5ba67f969997ddc75c00e52ceb6">
  <xsd:schema xmlns:xsd="http://www.w3.org/2001/XMLSchema" xmlns:xs="http://www.w3.org/2001/XMLSchema" xmlns:p="http://schemas.microsoft.com/office/2006/metadata/properties" xmlns:ns2="9491888e-085e-4340-beca-492653a9b978" targetNamespace="http://schemas.microsoft.com/office/2006/metadata/properties" ma:root="true" ma:fieldsID="9456090e7249331ed3f7fa7a4e50cd65" ns2:_="">
    <xsd:import namespace="9491888e-085e-4340-beca-492653a9b9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91888e-085e-4340-beca-492653a9b9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EAE969-BFA0-44A3-95EA-E93C32D33C1D}"/>
</file>

<file path=customXml/itemProps2.xml><?xml version="1.0" encoding="utf-8"?>
<ds:datastoreItem xmlns:ds="http://schemas.openxmlformats.org/officeDocument/2006/customXml" ds:itemID="{064D04D9-7B43-45BF-AC17-DBDE924D1518}"/>
</file>

<file path=customXml/itemProps3.xml><?xml version="1.0" encoding="utf-8"?>
<ds:datastoreItem xmlns:ds="http://schemas.openxmlformats.org/officeDocument/2006/customXml" ds:itemID="{EEB2BC21-A686-4AA7-92D5-D811C70F9CB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37345</TotalTime>
  <Words>1386</Words>
  <Application>Microsoft Office PowerPoint</Application>
  <PresentationFormat>On-screen Show (4:3)</PresentationFormat>
  <Paragraphs>824</Paragraphs>
  <Slides>43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Control</vt:lpstr>
      <vt:lpstr>Error Correction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computer4</dc:creator>
  <cp:lastModifiedBy>Jilson</cp:lastModifiedBy>
  <cp:revision>542</cp:revision>
  <cp:lastPrinted>2004-05-14T07:29:38Z</cp:lastPrinted>
  <dcterms:created xsi:type="dcterms:W3CDTF">2003-08-19T08:39:34Z</dcterms:created>
  <dcterms:modified xsi:type="dcterms:W3CDTF">2025-02-08T09:10:26Z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0x01010082968AE025085A4381B5FE55A4B7B3DB</vt:lpwstr>
  </property>
</Properties>
</file>